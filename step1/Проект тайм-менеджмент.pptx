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6" r:id="rId3"/>
    <p:sldId id="261" r:id="rId4"/>
    <p:sldId id="260" r:id="rId5"/>
    <p:sldId id="258" r:id="rId6"/>
    <p:sldId id="272" r:id="rId7"/>
    <p:sldId id="269" r:id="rId8"/>
    <p:sldId id="263" r:id="rId9"/>
    <p:sldId id="271" r:id="rId10"/>
  </p:sldIdLst>
  <p:sldSz cx="12192000" cy="6858000"/>
  <p:notesSz cx="6858000" cy="9144000"/>
  <p:embeddedFontLst>
    <p:embeddedFont>
      <p:font typeface="Ebrima" panose="02000000000000000000" pitchFamily="2" charset="0"/>
      <p:regular r:id="rId13"/>
      <p:bold r:id="rId14"/>
    </p:embeddedFont>
    <p:embeddedFont>
      <p:font typeface="Franklin Gothic Demi" panose="020B0703020102020204" pitchFamily="34" charset="0"/>
      <p:regular r:id="rId15"/>
      <p:italic r:id="rId16"/>
    </p:embeddedFont>
    <p:embeddedFont>
      <p:font typeface="Manrope SemiBold" panose="020B0604020202020204" charset="0"/>
      <p:bold r:id="rId17"/>
    </p:embeddedFont>
    <p:embeddedFont>
      <p:font typeface="MuseoModerno Black" panose="020B0604020202020204" charset="0"/>
      <p:bold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2" userDrawn="1">
          <p15:clr>
            <a:srgbClr val="A4A3A4"/>
          </p15:clr>
        </p15:guide>
        <p15:guide id="2" pos="3735" userDrawn="1">
          <p15:clr>
            <a:srgbClr val="A4A3A4"/>
          </p15:clr>
        </p15:guide>
        <p15:guide id="3" pos="7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FBC"/>
    <a:srgbClr val="615DAA"/>
    <a:srgbClr val="F06A8A"/>
    <a:srgbClr val="FEF4F6"/>
    <a:srgbClr val="EE567B"/>
    <a:srgbClr val="FFFFFF"/>
    <a:srgbClr val="F79526"/>
    <a:srgbClr val="F37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362"/>
        <p:guide pos="3735"/>
        <p:guide pos="7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  <a:t>2025/9/22</a:t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anrope SemiBold" charset="0"/>
                <a:ea typeface="Manrope SemiBold" charset="0"/>
                <a:cs typeface="Manrope SemiBold" charset="0"/>
              </a:rPr>
              <a:t>‹#›</a:t>
            </a:fld>
            <a:endParaRPr lang="zh-CN" altLang="en-US">
              <a:latin typeface="Manrope SemiBold" charset="0"/>
              <a:ea typeface="Manrope SemiBold" charset="0"/>
              <a:cs typeface="Manrope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F2FCC54D-3DA5-4C54-A7EE-56E3C2C9769E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 SemiBold" charset="0"/>
                <a:ea typeface="Manrope SemiBold" charset="0"/>
                <a:cs typeface="Manrope SemiBold" charset="0"/>
              </a:defRPr>
            </a:lvl1pPr>
          </a:lstStyle>
          <a:p>
            <a:fld id="{D0EC545B-1334-4E57-B81E-9F020E5875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nrope SemiBold" charset="0"/>
        <a:ea typeface="Manrope SemiBold" charset="0"/>
        <a:cs typeface="Manrope Semi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55F5E-AAFA-40BC-9E56-DE1E5DBB960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5C485CDE-965F-4D43-913E-2A66598DD004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anrope SemiBold" charset="0"/>
                <a:cs typeface="Manrope SemiBold" charset="0"/>
              </a:defRPr>
            </a:lvl1pPr>
          </a:lstStyle>
          <a:p>
            <a:fld id="{054C199B-230E-4E5D-A9B9-F645EBA95F6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0" y="0"/>
                <a:ext cx="12192000" cy="6858000"/>
                <a:chOff x="0" y="0"/>
                <a:chExt cx="12192000" cy="6858000"/>
              </a:xfrm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0" y="0"/>
                  <a:ext cx="12192000" cy="6858000"/>
                </a:xfrm>
                <a:prstGeom prst="rect">
                  <a:avLst/>
                </a:prstGeom>
                <a:solidFill>
                  <a:srgbClr val="F06A8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Manrope SemiBold" charset="0"/>
                    <a:cs typeface="Manrope SemiBold" charset="0"/>
                  </a:endParaRPr>
                </a:p>
              </p:txBody>
            </p:sp>
            <p:pic>
              <p:nvPicPr>
                <p:cNvPr id="14" name="图形 13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0"/>
                  <a:ext cx="12192000" cy="6858000"/>
                </a:xfrm>
                <a:prstGeom prst="rect">
                  <a:avLst/>
                </a:prstGeom>
              </p:spPr>
            </p:pic>
            <p:sp>
              <p:nvSpPr>
                <p:cNvPr id="15" name="矩形 14"/>
                <p:cNvSpPr/>
                <p:nvPr/>
              </p:nvSpPr>
              <p:spPr>
                <a:xfrm>
                  <a:off x="101600" y="101600"/>
                  <a:ext cx="11988800" cy="6654800"/>
                </a:xfrm>
                <a:prstGeom prst="rect">
                  <a:avLst/>
                </a:prstGeom>
                <a:solidFill>
                  <a:srgbClr val="FEF4F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ea typeface="Manrope SemiBold" charset="0"/>
                    <a:cs typeface="Manrope SemiBold" charset="0"/>
                  </a:endParaRPr>
                </a:p>
              </p:txBody>
            </p:sp>
          </p:grpSp>
          <p:pic>
            <p:nvPicPr>
              <p:cNvPr id="11" name="图形 10"/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 flipH="1">
                <a:off x="11729768" y="5969000"/>
                <a:ext cx="282755" cy="762000"/>
              </a:xfrm>
              <a:prstGeom prst="rect">
                <a:avLst/>
              </a:prstGeom>
            </p:spPr>
          </p:pic>
          <p:pic>
            <p:nvPicPr>
              <p:cNvPr id="12" name="图形 11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 flipH="1">
                <a:off x="256508" y="338446"/>
                <a:ext cx="773250" cy="702954"/>
              </a:xfrm>
              <a:prstGeom prst="rect">
                <a:avLst/>
              </a:prstGeom>
            </p:spPr>
          </p:pic>
        </p:grp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507823" y="274946"/>
              <a:ext cx="363322" cy="79185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useoModerno Black" pitchFamily="2" charset="0"/>
          <a:ea typeface="MuseoModerno Black" pitchFamily="2" charset="0"/>
          <a:cs typeface="Manrope SemiBol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anrope SemiBold" charset="0"/>
          <a:cs typeface="Manrope SemiBol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26.sv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25.png"/><Relationship Id="rId2" Type="http://schemas.openxmlformats.org/officeDocument/2006/relationships/tags" Target="../tags/tag8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image" Target="../media/image3.png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34" Type="http://schemas.openxmlformats.org/officeDocument/2006/relationships/image" Target="../media/image7.png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image" Target="../media/image2.svg"/><Relationship Id="rId33" Type="http://schemas.openxmlformats.org/officeDocument/2006/relationships/image" Target="../media/image18.svg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image" Target="../media/image28.sv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1.png"/><Relationship Id="rId32" Type="http://schemas.openxmlformats.org/officeDocument/2006/relationships/image" Target="../media/image17.pn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notesSlide" Target="../notesSlides/notesSlide5.xml"/><Relationship Id="rId28" Type="http://schemas.openxmlformats.org/officeDocument/2006/relationships/image" Target="../media/image27.png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31" Type="http://schemas.openxmlformats.org/officeDocument/2006/relationships/image" Target="../media/image16.sv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4.svg"/><Relationship Id="rId30" Type="http://schemas.openxmlformats.org/officeDocument/2006/relationships/image" Target="../media/image15.png"/><Relationship Id="rId35" Type="http://schemas.openxmlformats.org/officeDocument/2006/relationships/image" Target="../media/image8.svg"/><Relationship Id="rId8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6.sv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svg"/><Relationship Id="rId12" Type="http://schemas.openxmlformats.org/officeDocument/2006/relationships/image" Target="../media/image15.png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9.png"/><Relationship Id="rId1" Type="http://schemas.openxmlformats.org/officeDocument/2006/relationships/tags" Target="../tags/tag42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30.sv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3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44.xml"/><Relationship Id="rId16" Type="http://schemas.openxmlformats.org/officeDocument/2006/relationships/image" Target="../media/image34.sv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47.xml"/><Relationship Id="rId15" Type="http://schemas.openxmlformats.org/officeDocument/2006/relationships/image" Target="../media/image33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3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4042" y="244549"/>
            <a:ext cx="11663916" cy="6368902"/>
          </a:xfrm>
          <a:prstGeom prst="rect">
            <a:avLst/>
          </a:prstGeom>
          <a:solidFill>
            <a:srgbClr val="FE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96858" y="4820165"/>
            <a:ext cx="561975" cy="1514475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856922" y="733108"/>
            <a:ext cx="4727498" cy="5280332"/>
            <a:chOff x="1145767" y="548628"/>
            <a:chExt cx="4952488" cy="5531633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50166" y="548628"/>
              <a:ext cx="2365939" cy="2351686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5767" y="1841227"/>
              <a:ext cx="3627519" cy="4113213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60455" y="2718822"/>
              <a:ext cx="743990" cy="2058371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966644" y="4777194"/>
              <a:ext cx="1131611" cy="1303067"/>
            </a:xfrm>
            <a:prstGeom prst="rect">
              <a:avLst/>
            </a:prstGeom>
          </p:spPr>
        </p:pic>
      </p:grpSp>
      <p:sp>
        <p:nvSpPr>
          <p:cNvPr id="35" name="矩形 34"/>
          <p:cNvSpPr/>
          <p:nvPr/>
        </p:nvSpPr>
        <p:spPr>
          <a:xfrm>
            <a:off x="6024585" y="733728"/>
            <a:ext cx="5915957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sz="6000" dirty="0">
                <a:solidFill>
                  <a:srgbClr val="F06A8A"/>
                </a:solidFill>
                <a:latin typeface="Franklin Gothic Demi" panose="020B0703020102020204" pitchFamily="34" charset="0"/>
                <a:cs typeface="Ebrima" panose="02000000000000000000" charset="0"/>
              </a:rPr>
              <a:t>Курсовой проект</a:t>
            </a:r>
          </a:p>
        </p:txBody>
      </p:sp>
      <p:pic>
        <p:nvPicPr>
          <p:cNvPr id="39" name="图形 38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2868" y="859259"/>
            <a:ext cx="1087853" cy="1518888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6024880" y="2804795"/>
            <a:ext cx="5675630" cy="19608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ru-RU" altLang="en-US" sz="3200" dirty="0">
                <a:solidFill>
                  <a:srgbClr val="615DAA"/>
                </a:solidFill>
                <a:latin typeface="Franklin Gothic Demi" panose="020B0703020102020204" pitchFamily="34" charset="0"/>
                <a:cs typeface="Ebrima" panose="02000000000000000000" charset="0"/>
              </a:rPr>
              <a:t>разработка информационной системы</a:t>
            </a: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28464" y="1503036"/>
            <a:ext cx="962692" cy="875174"/>
          </a:xfrm>
          <a:prstGeom prst="rect">
            <a:avLst/>
          </a:prstGeom>
        </p:spPr>
      </p:pic>
      <p:sp>
        <p:nvSpPr>
          <p:cNvPr id="44" name="椭圆 43"/>
          <p:cNvSpPr/>
          <p:nvPr/>
        </p:nvSpPr>
        <p:spPr>
          <a:xfrm>
            <a:off x="6165850" y="5833745"/>
            <a:ext cx="311150" cy="311150"/>
          </a:xfrm>
          <a:prstGeom prst="ellipse">
            <a:avLst/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anrope SemiBold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776720" y="5833745"/>
            <a:ext cx="35928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cs typeface="Ebrima" panose="02000000000000000000" charset="0"/>
              </a:rPr>
              <a:t>Потахина Д. Д, Егорова С. А.</a:t>
            </a: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957570" y="4120515"/>
            <a:ext cx="51060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ru-RU" altLang="en-US" sz="3600" dirty="0">
                <a:solidFill>
                  <a:srgbClr val="615DAA"/>
                </a:solidFill>
                <a:latin typeface="Franklin Gothic Demi" panose="020B0703020102020204" pitchFamily="34" charset="0"/>
                <a:cs typeface="Ebrima" panose="02000000000000000000" charset="0"/>
                <a:sym typeface="+mn-ea"/>
              </a:rPr>
              <a:t> «Тайм-менеджмент»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117600" y="307673"/>
            <a:ext cx="591595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Идея проекта</a:t>
            </a:r>
          </a:p>
        </p:txBody>
      </p:sp>
      <p:sp>
        <p:nvSpPr>
          <p:cNvPr id="30" name="矩形 29"/>
          <p:cNvSpPr/>
          <p:nvPr/>
        </p:nvSpPr>
        <p:spPr>
          <a:xfrm>
            <a:off x="1117600" y="953135"/>
            <a:ext cx="922274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такое тайм-менеджмент? зачем нужно уметь правильно распределять время? чем полезен наш проект?</a:t>
            </a:r>
          </a:p>
        </p:txBody>
      </p:sp>
      <p:sp>
        <p:nvSpPr>
          <p:cNvPr id="4" name="多边形 21"/>
          <p:cNvSpPr/>
          <p:nvPr/>
        </p:nvSpPr>
        <p:spPr>
          <a:xfrm>
            <a:off x="8923070" y="2697576"/>
            <a:ext cx="1429436" cy="165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  <a:miter lim="400000"/>
          </a:ln>
        </p:spPr>
        <p:txBody>
          <a:bodyPr lIns="25393" tIns="25393" rIns="25393" bIns="25393" anchor="ctr"/>
          <a:lstStyle>
            <a:lvl1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anrope SemiBold" charset="0"/>
                <a:sym typeface="Manrope SemiBold" charset="0"/>
              </a:rPr>
              <a:t> </a:t>
            </a:r>
          </a:p>
        </p:txBody>
      </p:sp>
      <p:sp>
        <p:nvSpPr>
          <p:cNvPr id="5" name="多边形 21"/>
          <p:cNvSpPr/>
          <p:nvPr/>
        </p:nvSpPr>
        <p:spPr>
          <a:xfrm>
            <a:off x="8318309" y="4005336"/>
            <a:ext cx="1209523" cy="1396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  <a:miter lim="400000"/>
          </a:ln>
        </p:spPr>
        <p:txBody>
          <a:bodyPr lIns="25393" tIns="25393" rIns="25393" bIns="25393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6" name="多边形 21"/>
          <p:cNvSpPr/>
          <p:nvPr/>
        </p:nvSpPr>
        <p:spPr>
          <a:xfrm>
            <a:off x="8599925" y="1795265"/>
            <a:ext cx="989610" cy="1142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  <a:miter lim="400000"/>
          </a:ln>
        </p:spPr>
        <p:txBody>
          <a:bodyPr lIns="25393" tIns="25393" rIns="25393" bIns="25393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7" name="多边形 21"/>
          <p:cNvSpPr/>
          <p:nvPr/>
        </p:nvSpPr>
        <p:spPr>
          <a:xfrm>
            <a:off x="10427684" y="2865808"/>
            <a:ext cx="975865" cy="1126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2"/>
          </a:solidFill>
          <a:ln w="28575">
            <a:noFill/>
            <a:miter lim="400000"/>
          </a:ln>
        </p:spPr>
        <p:txBody>
          <a:bodyPr lIns="25393" tIns="25393" rIns="25393" bIns="25393" anchor="ctr"/>
          <a:lstStyle>
            <a:lvl1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Manrope SemiBold" charset="0"/>
                <a:ea typeface="Manrope SemiBold" charset="0"/>
                <a:cs typeface="Manrope SemiBold" charset="0"/>
                <a:sym typeface="Manrope SemiBold" charset="0"/>
              </a:rPr>
              <a:t> </a:t>
            </a:r>
          </a:p>
        </p:txBody>
      </p:sp>
      <p:sp>
        <p:nvSpPr>
          <p:cNvPr id="8" name="多边形 21"/>
          <p:cNvSpPr/>
          <p:nvPr/>
        </p:nvSpPr>
        <p:spPr>
          <a:xfrm>
            <a:off x="7897179" y="3326063"/>
            <a:ext cx="835670" cy="9649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2"/>
          </a:solidFill>
          <a:ln w="28575">
            <a:noFill/>
            <a:miter lim="400000"/>
          </a:ln>
        </p:spPr>
        <p:txBody>
          <a:bodyPr lIns="25393" tIns="25393" rIns="25393" bIns="25393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9" name="圆形 2"/>
          <p:cNvSpPr/>
          <p:nvPr/>
        </p:nvSpPr>
        <p:spPr>
          <a:xfrm>
            <a:off x="9434640" y="3324341"/>
            <a:ext cx="406295" cy="397042"/>
          </a:xfrm>
          <a:custGeom>
            <a:avLst/>
            <a:gdLst>
              <a:gd name="T0" fmla="*/ 3488 w 10975"/>
              <a:gd name="T1" fmla="*/ 4053 h 10724"/>
              <a:gd name="T2" fmla="*/ 5813 w 10975"/>
              <a:gd name="T3" fmla="*/ 4053 h 10724"/>
              <a:gd name="T4" fmla="*/ 4650 w 10975"/>
              <a:gd name="T5" fmla="*/ 3459 h 10724"/>
              <a:gd name="T6" fmla="*/ 4650 w 10975"/>
              <a:gd name="T7" fmla="*/ 4646 h 10724"/>
              <a:gd name="T8" fmla="*/ 4650 w 10975"/>
              <a:gd name="T9" fmla="*/ 3459 h 10724"/>
              <a:gd name="T10" fmla="*/ 3488 w 10975"/>
              <a:gd name="T11" fmla="*/ 6959 h 10724"/>
              <a:gd name="T12" fmla="*/ 5813 w 10975"/>
              <a:gd name="T13" fmla="*/ 6959 h 10724"/>
              <a:gd name="T14" fmla="*/ 4650 w 10975"/>
              <a:gd name="T15" fmla="*/ 6365 h 10724"/>
              <a:gd name="T16" fmla="*/ 4650 w 10975"/>
              <a:gd name="T17" fmla="*/ 7553 h 10724"/>
              <a:gd name="T18" fmla="*/ 4650 w 10975"/>
              <a:gd name="T19" fmla="*/ 6365 h 10724"/>
              <a:gd name="T20" fmla="*/ 6014 w 10975"/>
              <a:gd name="T21" fmla="*/ 5361 h 10724"/>
              <a:gd name="T22" fmla="*/ 8339 w 10975"/>
              <a:gd name="T23" fmla="*/ 5361 h 10724"/>
              <a:gd name="T24" fmla="*/ 7176 w 10975"/>
              <a:gd name="T25" fmla="*/ 4767 h 10724"/>
              <a:gd name="T26" fmla="*/ 7176 w 10975"/>
              <a:gd name="T27" fmla="*/ 5955 h 10724"/>
              <a:gd name="T28" fmla="*/ 7176 w 10975"/>
              <a:gd name="T29" fmla="*/ 4767 h 10724"/>
              <a:gd name="T30" fmla="*/ 6391 w 10975"/>
              <a:gd name="T31" fmla="*/ 9914 h 10724"/>
              <a:gd name="T32" fmla="*/ 4597 w 10975"/>
              <a:gd name="T33" fmla="*/ 9944 h 10724"/>
              <a:gd name="T34" fmla="*/ 3371 w 10975"/>
              <a:gd name="T35" fmla="*/ 10724 h 10724"/>
              <a:gd name="T36" fmla="*/ 2219 w 10975"/>
              <a:gd name="T37" fmla="*/ 8659 h 10724"/>
              <a:gd name="T38" fmla="*/ 1354 w 10975"/>
              <a:gd name="T39" fmla="*/ 7510 h 10724"/>
              <a:gd name="T40" fmla="*/ 1034 w 10975"/>
              <a:gd name="T41" fmla="*/ 4839 h 10724"/>
              <a:gd name="T42" fmla="*/ 651 w 10975"/>
              <a:gd name="T43" fmla="*/ 3077 h 10724"/>
              <a:gd name="T44" fmla="*/ 2796 w 10975"/>
              <a:gd name="T45" fmla="*/ 1980 h 10724"/>
              <a:gd name="T46" fmla="*/ 5421 w 10975"/>
              <a:gd name="T47" fmla="*/ 0 h 10724"/>
              <a:gd name="T48" fmla="*/ 7960 w 10975"/>
              <a:gd name="T49" fmla="*/ 1916 h 10724"/>
              <a:gd name="T50" fmla="*/ 10010 w 10975"/>
              <a:gd name="T51" fmla="*/ 3077 h 10724"/>
              <a:gd name="T52" fmla="*/ 9806 w 10975"/>
              <a:gd name="T53" fmla="*/ 4813 h 10724"/>
              <a:gd name="T54" fmla="*/ 9621 w 10975"/>
              <a:gd name="T55" fmla="*/ 7507 h 10724"/>
              <a:gd name="T56" fmla="*/ 8716 w 10975"/>
              <a:gd name="T57" fmla="*/ 8560 h 10724"/>
              <a:gd name="T58" fmla="*/ 7631 w 10975"/>
              <a:gd name="T59" fmla="*/ 10724 h 10724"/>
              <a:gd name="T60" fmla="*/ 6860 w 10975"/>
              <a:gd name="T61" fmla="*/ 9520 h 10724"/>
              <a:gd name="T62" fmla="*/ 8418 w 10975"/>
              <a:gd name="T63" fmla="*/ 9370 h 10724"/>
              <a:gd name="T64" fmla="*/ 7905 w 10975"/>
              <a:gd name="T65" fmla="*/ 8570 h 10724"/>
              <a:gd name="T66" fmla="*/ 9009 w 10975"/>
              <a:gd name="T67" fmla="*/ 7056 h 10724"/>
              <a:gd name="T68" fmla="*/ 9364 w 10975"/>
              <a:gd name="T69" fmla="*/ 6896 h 10724"/>
              <a:gd name="T70" fmla="*/ 10408 w 10975"/>
              <a:gd name="T71" fmla="*/ 6154 h 10724"/>
              <a:gd name="T72" fmla="*/ 9575 w 10975"/>
              <a:gd name="T73" fmla="*/ 5369 h 10724"/>
              <a:gd name="T74" fmla="*/ 9276 w 10975"/>
              <a:gd name="T75" fmla="*/ 5118 h 10724"/>
              <a:gd name="T76" fmla="*/ 8911 w 10975"/>
              <a:gd name="T77" fmla="*/ 3854 h 10724"/>
              <a:gd name="T78" fmla="*/ 9441 w 10975"/>
              <a:gd name="T79" fmla="*/ 3075 h 10724"/>
              <a:gd name="T80" fmla="*/ 8143 w 10975"/>
              <a:gd name="T81" fmla="*/ 2480 h 10724"/>
              <a:gd name="T82" fmla="*/ 7784 w 10975"/>
              <a:gd name="T83" fmla="*/ 2490 h 10724"/>
              <a:gd name="T84" fmla="*/ 6150 w 10975"/>
              <a:gd name="T85" fmla="*/ 1748 h 10724"/>
              <a:gd name="T86" fmla="*/ 6208 w 10975"/>
              <a:gd name="T87" fmla="*/ 1351 h 10724"/>
              <a:gd name="T88" fmla="*/ 4635 w 10975"/>
              <a:gd name="T89" fmla="*/ 1351 h 10724"/>
              <a:gd name="T90" fmla="*/ 4693 w 10975"/>
              <a:gd name="T91" fmla="*/ 1748 h 10724"/>
              <a:gd name="T92" fmla="*/ 2965 w 10975"/>
              <a:gd name="T93" fmla="*/ 2564 h 10724"/>
              <a:gd name="T94" fmla="*/ 2579 w 10975"/>
              <a:gd name="T95" fmla="*/ 2539 h 10724"/>
              <a:gd name="T96" fmla="*/ 1219 w 10975"/>
              <a:gd name="T97" fmla="*/ 3076 h 10724"/>
              <a:gd name="T98" fmla="*/ 1906 w 10975"/>
              <a:gd name="T99" fmla="*/ 3900 h 10724"/>
              <a:gd name="T100" fmla="*/ 1566 w 10975"/>
              <a:gd name="T101" fmla="*/ 5118 h 10724"/>
              <a:gd name="T102" fmla="*/ 1301 w 10975"/>
              <a:gd name="T103" fmla="*/ 5369 h 10724"/>
              <a:gd name="T104" fmla="*/ 1351 w 10975"/>
              <a:gd name="T105" fmla="*/ 6939 h 10724"/>
              <a:gd name="T106" fmla="*/ 1755 w 10975"/>
              <a:gd name="T107" fmla="*/ 6869 h 10724"/>
              <a:gd name="T108" fmla="*/ 2789 w 10975"/>
              <a:gd name="T109" fmla="*/ 8421 h 10724"/>
              <a:gd name="T110" fmla="*/ 2801 w 10975"/>
              <a:gd name="T111" fmla="*/ 8826 h 10724"/>
              <a:gd name="T112" fmla="*/ 3370 w 10975"/>
              <a:gd name="T113" fmla="*/ 10155 h 10724"/>
              <a:gd name="T114" fmla="*/ 4200 w 10975"/>
              <a:gd name="T115" fmla="*/ 9266 h 10724"/>
              <a:gd name="T116" fmla="*/ 5420 w 10975"/>
              <a:gd name="T117" fmla="*/ 9451 h 10724"/>
              <a:gd name="T118" fmla="*/ 6801 w 10975"/>
              <a:gd name="T119" fmla="*/ 9214 h 10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975" h="10724">
                <a:moveTo>
                  <a:pt x="4650" y="5215"/>
                </a:moveTo>
                <a:cubicBezTo>
                  <a:pt x="4009" y="5215"/>
                  <a:pt x="3488" y="4694"/>
                  <a:pt x="3488" y="4053"/>
                </a:cubicBezTo>
                <a:cubicBezTo>
                  <a:pt x="3488" y="3411"/>
                  <a:pt x="4009" y="2890"/>
                  <a:pt x="4650" y="2890"/>
                </a:cubicBezTo>
                <a:cubicBezTo>
                  <a:pt x="5291" y="2890"/>
                  <a:pt x="5813" y="3411"/>
                  <a:pt x="5813" y="4053"/>
                </a:cubicBezTo>
                <a:cubicBezTo>
                  <a:pt x="5813" y="4694"/>
                  <a:pt x="5291" y="5215"/>
                  <a:pt x="4650" y="5215"/>
                </a:cubicBezTo>
                <a:close/>
                <a:moveTo>
                  <a:pt x="4650" y="3459"/>
                </a:moveTo>
                <a:cubicBezTo>
                  <a:pt x="4323" y="3459"/>
                  <a:pt x="4056" y="3725"/>
                  <a:pt x="4056" y="4053"/>
                </a:cubicBezTo>
                <a:cubicBezTo>
                  <a:pt x="4056" y="4380"/>
                  <a:pt x="4323" y="4646"/>
                  <a:pt x="4650" y="4646"/>
                </a:cubicBezTo>
                <a:cubicBezTo>
                  <a:pt x="4978" y="4646"/>
                  <a:pt x="5244" y="4380"/>
                  <a:pt x="5244" y="4053"/>
                </a:cubicBezTo>
                <a:cubicBezTo>
                  <a:pt x="5244" y="3725"/>
                  <a:pt x="4978" y="3459"/>
                  <a:pt x="4650" y="3459"/>
                </a:cubicBezTo>
                <a:close/>
                <a:moveTo>
                  <a:pt x="4650" y="8121"/>
                </a:moveTo>
                <a:cubicBezTo>
                  <a:pt x="4009" y="8121"/>
                  <a:pt x="3488" y="7600"/>
                  <a:pt x="3488" y="6959"/>
                </a:cubicBezTo>
                <a:cubicBezTo>
                  <a:pt x="3488" y="6318"/>
                  <a:pt x="4009" y="5796"/>
                  <a:pt x="4650" y="5796"/>
                </a:cubicBezTo>
                <a:cubicBezTo>
                  <a:pt x="5291" y="5796"/>
                  <a:pt x="5813" y="6318"/>
                  <a:pt x="5813" y="6959"/>
                </a:cubicBezTo>
                <a:cubicBezTo>
                  <a:pt x="5813" y="7600"/>
                  <a:pt x="5291" y="8121"/>
                  <a:pt x="4650" y="8121"/>
                </a:cubicBezTo>
                <a:close/>
                <a:moveTo>
                  <a:pt x="4650" y="6365"/>
                </a:moveTo>
                <a:cubicBezTo>
                  <a:pt x="4323" y="6365"/>
                  <a:pt x="4056" y="6631"/>
                  <a:pt x="4056" y="6959"/>
                </a:cubicBezTo>
                <a:cubicBezTo>
                  <a:pt x="4056" y="7286"/>
                  <a:pt x="4323" y="7553"/>
                  <a:pt x="4650" y="7553"/>
                </a:cubicBezTo>
                <a:cubicBezTo>
                  <a:pt x="4978" y="7553"/>
                  <a:pt x="5244" y="7286"/>
                  <a:pt x="5244" y="6959"/>
                </a:cubicBezTo>
                <a:cubicBezTo>
                  <a:pt x="5244" y="6633"/>
                  <a:pt x="4978" y="6365"/>
                  <a:pt x="4650" y="6365"/>
                </a:cubicBezTo>
                <a:close/>
                <a:moveTo>
                  <a:pt x="7176" y="6524"/>
                </a:moveTo>
                <a:cubicBezTo>
                  <a:pt x="6535" y="6524"/>
                  <a:pt x="6014" y="6002"/>
                  <a:pt x="6014" y="5361"/>
                </a:cubicBezTo>
                <a:cubicBezTo>
                  <a:pt x="6014" y="4720"/>
                  <a:pt x="6535" y="4199"/>
                  <a:pt x="7176" y="4199"/>
                </a:cubicBezTo>
                <a:cubicBezTo>
                  <a:pt x="7818" y="4199"/>
                  <a:pt x="8339" y="4720"/>
                  <a:pt x="8339" y="5361"/>
                </a:cubicBezTo>
                <a:cubicBezTo>
                  <a:pt x="8339" y="6002"/>
                  <a:pt x="7818" y="6524"/>
                  <a:pt x="7176" y="6524"/>
                </a:cubicBezTo>
                <a:close/>
                <a:moveTo>
                  <a:pt x="7176" y="4767"/>
                </a:moveTo>
                <a:cubicBezTo>
                  <a:pt x="6849" y="4767"/>
                  <a:pt x="6583" y="5034"/>
                  <a:pt x="6583" y="5361"/>
                </a:cubicBezTo>
                <a:cubicBezTo>
                  <a:pt x="6583" y="5689"/>
                  <a:pt x="6849" y="5955"/>
                  <a:pt x="7176" y="5955"/>
                </a:cubicBezTo>
                <a:cubicBezTo>
                  <a:pt x="7504" y="5955"/>
                  <a:pt x="7770" y="5689"/>
                  <a:pt x="7770" y="5361"/>
                </a:cubicBezTo>
                <a:cubicBezTo>
                  <a:pt x="7770" y="5034"/>
                  <a:pt x="7504" y="4767"/>
                  <a:pt x="7176" y="4767"/>
                </a:cubicBezTo>
                <a:close/>
                <a:moveTo>
                  <a:pt x="7631" y="10724"/>
                </a:moveTo>
                <a:cubicBezTo>
                  <a:pt x="7086" y="10724"/>
                  <a:pt x="6604" y="10396"/>
                  <a:pt x="6391" y="9914"/>
                </a:cubicBezTo>
                <a:cubicBezTo>
                  <a:pt x="6074" y="9984"/>
                  <a:pt x="5750" y="10020"/>
                  <a:pt x="5422" y="10020"/>
                </a:cubicBezTo>
                <a:cubicBezTo>
                  <a:pt x="5145" y="10020"/>
                  <a:pt x="4869" y="9994"/>
                  <a:pt x="4597" y="9944"/>
                </a:cubicBezTo>
                <a:cubicBezTo>
                  <a:pt x="4510" y="10130"/>
                  <a:pt x="4381" y="10295"/>
                  <a:pt x="4219" y="10425"/>
                </a:cubicBezTo>
                <a:cubicBezTo>
                  <a:pt x="3980" y="10618"/>
                  <a:pt x="3679" y="10724"/>
                  <a:pt x="3371" y="10724"/>
                </a:cubicBezTo>
                <a:cubicBezTo>
                  <a:pt x="2625" y="10724"/>
                  <a:pt x="2017" y="10116"/>
                  <a:pt x="2017" y="9370"/>
                </a:cubicBezTo>
                <a:cubicBezTo>
                  <a:pt x="2017" y="9116"/>
                  <a:pt x="2087" y="8871"/>
                  <a:pt x="2219" y="8659"/>
                </a:cubicBezTo>
                <a:cubicBezTo>
                  <a:pt x="1890" y="8319"/>
                  <a:pt x="1621" y="7933"/>
                  <a:pt x="1416" y="7509"/>
                </a:cubicBezTo>
                <a:cubicBezTo>
                  <a:pt x="1395" y="7510"/>
                  <a:pt x="1375" y="7510"/>
                  <a:pt x="1354" y="7510"/>
                </a:cubicBezTo>
                <a:cubicBezTo>
                  <a:pt x="608" y="7509"/>
                  <a:pt x="0" y="6901"/>
                  <a:pt x="0" y="6155"/>
                </a:cubicBezTo>
                <a:cubicBezTo>
                  <a:pt x="0" y="5522"/>
                  <a:pt x="439" y="4984"/>
                  <a:pt x="1034" y="4839"/>
                </a:cubicBezTo>
                <a:cubicBezTo>
                  <a:pt x="1071" y="4610"/>
                  <a:pt x="1128" y="4385"/>
                  <a:pt x="1200" y="4165"/>
                </a:cubicBezTo>
                <a:cubicBezTo>
                  <a:pt x="860" y="3913"/>
                  <a:pt x="651" y="3509"/>
                  <a:pt x="651" y="3077"/>
                </a:cubicBezTo>
                <a:cubicBezTo>
                  <a:pt x="651" y="2331"/>
                  <a:pt x="1259" y="1724"/>
                  <a:pt x="2005" y="1724"/>
                </a:cubicBezTo>
                <a:cubicBezTo>
                  <a:pt x="2290" y="1724"/>
                  <a:pt x="2567" y="1815"/>
                  <a:pt x="2796" y="1980"/>
                </a:cubicBezTo>
                <a:cubicBezTo>
                  <a:pt x="3185" y="1695"/>
                  <a:pt x="3610" y="1479"/>
                  <a:pt x="4068" y="1332"/>
                </a:cubicBezTo>
                <a:cubicBezTo>
                  <a:pt x="4079" y="596"/>
                  <a:pt x="4683" y="0"/>
                  <a:pt x="5421" y="0"/>
                </a:cubicBezTo>
                <a:cubicBezTo>
                  <a:pt x="6160" y="0"/>
                  <a:pt x="6765" y="595"/>
                  <a:pt x="6776" y="1333"/>
                </a:cubicBezTo>
                <a:cubicBezTo>
                  <a:pt x="7198" y="1466"/>
                  <a:pt x="7595" y="1663"/>
                  <a:pt x="7960" y="1916"/>
                </a:cubicBezTo>
                <a:cubicBezTo>
                  <a:pt x="8169" y="1791"/>
                  <a:pt x="8410" y="1724"/>
                  <a:pt x="8656" y="1724"/>
                </a:cubicBezTo>
                <a:cubicBezTo>
                  <a:pt x="9403" y="1724"/>
                  <a:pt x="10010" y="2331"/>
                  <a:pt x="10010" y="3077"/>
                </a:cubicBezTo>
                <a:cubicBezTo>
                  <a:pt x="10010" y="3445"/>
                  <a:pt x="9861" y="3792"/>
                  <a:pt x="9603" y="4045"/>
                </a:cubicBezTo>
                <a:cubicBezTo>
                  <a:pt x="9694" y="4294"/>
                  <a:pt x="9761" y="4551"/>
                  <a:pt x="9806" y="4813"/>
                </a:cubicBezTo>
                <a:cubicBezTo>
                  <a:pt x="10465" y="4904"/>
                  <a:pt x="10975" y="5470"/>
                  <a:pt x="10975" y="6154"/>
                </a:cubicBezTo>
                <a:cubicBezTo>
                  <a:pt x="10975" y="6900"/>
                  <a:pt x="10368" y="7507"/>
                  <a:pt x="9621" y="7507"/>
                </a:cubicBezTo>
                <a:cubicBezTo>
                  <a:pt x="9559" y="7507"/>
                  <a:pt x="9496" y="7504"/>
                  <a:pt x="9434" y="7495"/>
                </a:cubicBezTo>
                <a:cubicBezTo>
                  <a:pt x="9248" y="7884"/>
                  <a:pt x="9008" y="8240"/>
                  <a:pt x="8716" y="8560"/>
                </a:cubicBezTo>
                <a:cubicBezTo>
                  <a:pt x="8889" y="8791"/>
                  <a:pt x="8985" y="9075"/>
                  <a:pt x="8985" y="9369"/>
                </a:cubicBezTo>
                <a:cubicBezTo>
                  <a:pt x="8985" y="10116"/>
                  <a:pt x="8378" y="10724"/>
                  <a:pt x="7631" y="10724"/>
                </a:cubicBezTo>
                <a:close/>
                <a:moveTo>
                  <a:pt x="6801" y="9214"/>
                </a:moveTo>
                <a:lnTo>
                  <a:pt x="6860" y="9520"/>
                </a:lnTo>
                <a:cubicBezTo>
                  <a:pt x="6931" y="9889"/>
                  <a:pt x="7255" y="10156"/>
                  <a:pt x="7631" y="10156"/>
                </a:cubicBezTo>
                <a:cubicBezTo>
                  <a:pt x="8065" y="10156"/>
                  <a:pt x="8418" y="9804"/>
                  <a:pt x="8418" y="9370"/>
                </a:cubicBezTo>
                <a:cubicBezTo>
                  <a:pt x="8418" y="9140"/>
                  <a:pt x="8318" y="8923"/>
                  <a:pt x="8143" y="8773"/>
                </a:cubicBezTo>
                <a:lnTo>
                  <a:pt x="7905" y="8570"/>
                </a:lnTo>
                <a:lnTo>
                  <a:pt x="8129" y="8353"/>
                </a:lnTo>
                <a:cubicBezTo>
                  <a:pt x="8510" y="7981"/>
                  <a:pt x="8806" y="7546"/>
                  <a:pt x="9009" y="7056"/>
                </a:cubicBezTo>
                <a:lnTo>
                  <a:pt x="9111" y="6809"/>
                </a:lnTo>
                <a:lnTo>
                  <a:pt x="9364" y="6896"/>
                </a:lnTo>
                <a:cubicBezTo>
                  <a:pt x="9446" y="6925"/>
                  <a:pt x="9534" y="6940"/>
                  <a:pt x="9621" y="6940"/>
                </a:cubicBezTo>
                <a:cubicBezTo>
                  <a:pt x="10055" y="6940"/>
                  <a:pt x="10408" y="6588"/>
                  <a:pt x="10408" y="6154"/>
                </a:cubicBezTo>
                <a:cubicBezTo>
                  <a:pt x="10408" y="5720"/>
                  <a:pt x="10055" y="5368"/>
                  <a:pt x="9621" y="5368"/>
                </a:cubicBezTo>
                <a:cubicBezTo>
                  <a:pt x="9608" y="5368"/>
                  <a:pt x="9593" y="5368"/>
                  <a:pt x="9575" y="5369"/>
                </a:cubicBezTo>
                <a:lnTo>
                  <a:pt x="9308" y="5384"/>
                </a:lnTo>
                <a:lnTo>
                  <a:pt x="9276" y="5118"/>
                </a:lnTo>
                <a:cubicBezTo>
                  <a:pt x="9234" y="4755"/>
                  <a:pt x="9141" y="4401"/>
                  <a:pt x="9001" y="4066"/>
                </a:cubicBezTo>
                <a:lnTo>
                  <a:pt x="8911" y="3854"/>
                </a:lnTo>
                <a:lnTo>
                  <a:pt x="9101" y="3723"/>
                </a:lnTo>
                <a:cubicBezTo>
                  <a:pt x="9314" y="3575"/>
                  <a:pt x="9441" y="3334"/>
                  <a:pt x="9441" y="3075"/>
                </a:cubicBezTo>
                <a:cubicBezTo>
                  <a:pt x="9441" y="2641"/>
                  <a:pt x="9089" y="2289"/>
                  <a:pt x="8655" y="2289"/>
                </a:cubicBezTo>
                <a:cubicBezTo>
                  <a:pt x="8468" y="2289"/>
                  <a:pt x="8285" y="2356"/>
                  <a:pt x="8143" y="2480"/>
                </a:cubicBezTo>
                <a:lnTo>
                  <a:pt x="7968" y="2631"/>
                </a:lnTo>
                <a:lnTo>
                  <a:pt x="7784" y="2490"/>
                </a:lnTo>
                <a:cubicBezTo>
                  <a:pt x="7370" y="2173"/>
                  <a:pt x="6905" y="1944"/>
                  <a:pt x="6404" y="1814"/>
                </a:cubicBezTo>
                <a:lnTo>
                  <a:pt x="6150" y="1748"/>
                </a:lnTo>
                <a:lnTo>
                  <a:pt x="6195" y="1489"/>
                </a:lnTo>
                <a:cubicBezTo>
                  <a:pt x="6204" y="1443"/>
                  <a:pt x="6208" y="1396"/>
                  <a:pt x="6208" y="1351"/>
                </a:cubicBezTo>
                <a:cubicBezTo>
                  <a:pt x="6208" y="918"/>
                  <a:pt x="5855" y="565"/>
                  <a:pt x="5421" y="565"/>
                </a:cubicBezTo>
                <a:cubicBezTo>
                  <a:pt x="4988" y="565"/>
                  <a:pt x="4635" y="918"/>
                  <a:pt x="4635" y="1351"/>
                </a:cubicBezTo>
                <a:cubicBezTo>
                  <a:pt x="4635" y="1396"/>
                  <a:pt x="4639" y="1443"/>
                  <a:pt x="4648" y="1489"/>
                </a:cubicBezTo>
                <a:lnTo>
                  <a:pt x="4693" y="1748"/>
                </a:lnTo>
                <a:lnTo>
                  <a:pt x="4439" y="1814"/>
                </a:lnTo>
                <a:cubicBezTo>
                  <a:pt x="3896" y="1955"/>
                  <a:pt x="3401" y="2208"/>
                  <a:pt x="2965" y="2564"/>
                </a:cubicBezTo>
                <a:lnTo>
                  <a:pt x="2760" y="2733"/>
                </a:lnTo>
                <a:lnTo>
                  <a:pt x="2579" y="2539"/>
                </a:lnTo>
                <a:cubicBezTo>
                  <a:pt x="2429" y="2379"/>
                  <a:pt x="2225" y="2290"/>
                  <a:pt x="2005" y="2290"/>
                </a:cubicBezTo>
                <a:cubicBezTo>
                  <a:pt x="1571" y="2290"/>
                  <a:pt x="1219" y="2643"/>
                  <a:pt x="1219" y="3076"/>
                </a:cubicBezTo>
                <a:cubicBezTo>
                  <a:pt x="1219" y="3378"/>
                  <a:pt x="1395" y="3656"/>
                  <a:pt x="1668" y="3786"/>
                </a:cubicBezTo>
                <a:lnTo>
                  <a:pt x="1906" y="3900"/>
                </a:lnTo>
                <a:lnTo>
                  <a:pt x="1809" y="4146"/>
                </a:lnTo>
                <a:cubicBezTo>
                  <a:pt x="1686" y="4456"/>
                  <a:pt x="1605" y="4784"/>
                  <a:pt x="1566" y="5118"/>
                </a:cubicBezTo>
                <a:lnTo>
                  <a:pt x="1539" y="5354"/>
                </a:lnTo>
                <a:lnTo>
                  <a:pt x="1301" y="5369"/>
                </a:lnTo>
                <a:cubicBezTo>
                  <a:pt x="889" y="5395"/>
                  <a:pt x="565" y="5739"/>
                  <a:pt x="565" y="6153"/>
                </a:cubicBezTo>
                <a:cubicBezTo>
                  <a:pt x="565" y="6586"/>
                  <a:pt x="917" y="6939"/>
                  <a:pt x="1351" y="6939"/>
                </a:cubicBezTo>
                <a:cubicBezTo>
                  <a:pt x="1409" y="6939"/>
                  <a:pt x="1466" y="6933"/>
                  <a:pt x="1524" y="6920"/>
                </a:cubicBezTo>
                <a:lnTo>
                  <a:pt x="1755" y="6869"/>
                </a:lnTo>
                <a:lnTo>
                  <a:pt x="1848" y="7086"/>
                </a:lnTo>
                <a:cubicBezTo>
                  <a:pt x="2060" y="7588"/>
                  <a:pt x="2386" y="8049"/>
                  <a:pt x="2789" y="8421"/>
                </a:cubicBezTo>
                <a:lnTo>
                  <a:pt x="3001" y="8618"/>
                </a:lnTo>
                <a:lnTo>
                  <a:pt x="2801" y="8826"/>
                </a:lnTo>
                <a:cubicBezTo>
                  <a:pt x="2661" y="8974"/>
                  <a:pt x="2584" y="9166"/>
                  <a:pt x="2584" y="9369"/>
                </a:cubicBezTo>
                <a:cubicBezTo>
                  <a:pt x="2584" y="9803"/>
                  <a:pt x="2936" y="10155"/>
                  <a:pt x="3370" y="10155"/>
                </a:cubicBezTo>
                <a:cubicBezTo>
                  <a:pt x="3738" y="10155"/>
                  <a:pt x="4053" y="9905"/>
                  <a:pt x="4135" y="9548"/>
                </a:cubicBezTo>
                <a:lnTo>
                  <a:pt x="4200" y="9266"/>
                </a:lnTo>
                <a:lnTo>
                  <a:pt x="4480" y="9336"/>
                </a:lnTo>
                <a:cubicBezTo>
                  <a:pt x="4786" y="9413"/>
                  <a:pt x="5103" y="9451"/>
                  <a:pt x="5420" y="9451"/>
                </a:cubicBezTo>
                <a:cubicBezTo>
                  <a:pt x="5786" y="9451"/>
                  <a:pt x="6150" y="9400"/>
                  <a:pt x="6499" y="9299"/>
                </a:cubicBezTo>
                <a:lnTo>
                  <a:pt x="6801" y="921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0" name="圆形 2"/>
          <p:cNvSpPr/>
          <p:nvPr/>
        </p:nvSpPr>
        <p:spPr>
          <a:xfrm>
            <a:off x="8726501" y="4509398"/>
            <a:ext cx="406295" cy="375814"/>
          </a:xfrm>
          <a:custGeom>
            <a:avLst/>
            <a:gdLst>
              <a:gd name="T0" fmla="*/ 2000 w 12800"/>
              <a:gd name="T1" fmla="*/ 8640 h 11840"/>
              <a:gd name="T2" fmla="*/ 3200 w 12800"/>
              <a:gd name="T3" fmla="*/ 9840 h 11840"/>
              <a:gd name="T4" fmla="*/ 2000 w 12800"/>
              <a:gd name="T5" fmla="*/ 11040 h 11840"/>
              <a:gd name="T6" fmla="*/ 800 w 12800"/>
              <a:gd name="T7" fmla="*/ 9840 h 11840"/>
              <a:gd name="T8" fmla="*/ 2000 w 12800"/>
              <a:gd name="T9" fmla="*/ 8640 h 11840"/>
              <a:gd name="T10" fmla="*/ 2000 w 12800"/>
              <a:gd name="T11" fmla="*/ 7840 h 11840"/>
              <a:gd name="T12" fmla="*/ 0 w 12800"/>
              <a:gd name="T13" fmla="*/ 9840 h 11840"/>
              <a:gd name="T14" fmla="*/ 2000 w 12800"/>
              <a:gd name="T15" fmla="*/ 11840 h 11840"/>
              <a:gd name="T16" fmla="*/ 4000 w 12800"/>
              <a:gd name="T17" fmla="*/ 9840 h 11840"/>
              <a:gd name="T18" fmla="*/ 2000 w 12800"/>
              <a:gd name="T19" fmla="*/ 7840 h 11840"/>
              <a:gd name="T20" fmla="*/ 6400 w 12800"/>
              <a:gd name="T21" fmla="*/ 800 h 11840"/>
              <a:gd name="T22" fmla="*/ 7600 w 12800"/>
              <a:gd name="T23" fmla="*/ 2000 h 11840"/>
              <a:gd name="T24" fmla="*/ 6400 w 12800"/>
              <a:gd name="T25" fmla="*/ 3200 h 11840"/>
              <a:gd name="T26" fmla="*/ 5200 w 12800"/>
              <a:gd name="T27" fmla="*/ 2000 h 11840"/>
              <a:gd name="T28" fmla="*/ 6400 w 12800"/>
              <a:gd name="T29" fmla="*/ 800 h 11840"/>
              <a:gd name="T30" fmla="*/ 6400 w 12800"/>
              <a:gd name="T31" fmla="*/ 0 h 11840"/>
              <a:gd name="T32" fmla="*/ 4400 w 12800"/>
              <a:gd name="T33" fmla="*/ 2000 h 11840"/>
              <a:gd name="T34" fmla="*/ 6400 w 12800"/>
              <a:gd name="T35" fmla="*/ 4000 h 11840"/>
              <a:gd name="T36" fmla="*/ 8400 w 12800"/>
              <a:gd name="T37" fmla="*/ 2000 h 11840"/>
              <a:gd name="T38" fmla="*/ 6400 w 12800"/>
              <a:gd name="T39" fmla="*/ 0 h 11840"/>
              <a:gd name="T40" fmla="*/ 10800 w 12800"/>
              <a:gd name="T41" fmla="*/ 8640 h 11840"/>
              <a:gd name="T42" fmla="*/ 12000 w 12800"/>
              <a:gd name="T43" fmla="*/ 9840 h 11840"/>
              <a:gd name="T44" fmla="*/ 10800 w 12800"/>
              <a:gd name="T45" fmla="*/ 11040 h 11840"/>
              <a:gd name="T46" fmla="*/ 9600 w 12800"/>
              <a:gd name="T47" fmla="*/ 9840 h 11840"/>
              <a:gd name="T48" fmla="*/ 10800 w 12800"/>
              <a:gd name="T49" fmla="*/ 8640 h 11840"/>
              <a:gd name="T50" fmla="*/ 10800 w 12800"/>
              <a:gd name="T51" fmla="*/ 7840 h 11840"/>
              <a:gd name="T52" fmla="*/ 8800 w 12800"/>
              <a:gd name="T53" fmla="*/ 9840 h 11840"/>
              <a:gd name="T54" fmla="*/ 10800 w 12800"/>
              <a:gd name="T55" fmla="*/ 11840 h 11840"/>
              <a:gd name="T56" fmla="*/ 12800 w 12800"/>
              <a:gd name="T57" fmla="*/ 9840 h 11840"/>
              <a:gd name="T58" fmla="*/ 10800 w 12800"/>
              <a:gd name="T59" fmla="*/ 7840 h 11840"/>
              <a:gd name="T60" fmla="*/ 9520 w 12800"/>
              <a:gd name="T61" fmla="*/ 8320 h 11840"/>
              <a:gd name="T62" fmla="*/ 10240 w 12800"/>
              <a:gd name="T63" fmla="*/ 7920 h 11840"/>
              <a:gd name="T64" fmla="*/ 7680 w 12800"/>
              <a:gd name="T65" fmla="*/ 3520 h 11840"/>
              <a:gd name="T66" fmla="*/ 7040 w 12800"/>
              <a:gd name="T67" fmla="*/ 3920 h 11840"/>
              <a:gd name="T68" fmla="*/ 9520 w 12800"/>
              <a:gd name="T69" fmla="*/ 8320 h 11840"/>
              <a:gd name="T70" fmla="*/ 3280 w 12800"/>
              <a:gd name="T71" fmla="*/ 8320 h 11840"/>
              <a:gd name="T72" fmla="*/ 5760 w 12800"/>
              <a:gd name="T73" fmla="*/ 3920 h 11840"/>
              <a:gd name="T74" fmla="*/ 5120 w 12800"/>
              <a:gd name="T75" fmla="*/ 3520 h 11840"/>
              <a:gd name="T76" fmla="*/ 2640 w 12800"/>
              <a:gd name="T77" fmla="*/ 7920 h 11840"/>
              <a:gd name="T78" fmla="*/ 3280 w 12800"/>
              <a:gd name="T79" fmla="*/ 8320 h 11840"/>
              <a:gd name="T80" fmla="*/ 8880 w 12800"/>
              <a:gd name="T81" fmla="*/ 10240 h 11840"/>
              <a:gd name="T82" fmla="*/ 8800 w 12800"/>
              <a:gd name="T83" fmla="*/ 9840 h 11840"/>
              <a:gd name="T84" fmla="*/ 8880 w 12800"/>
              <a:gd name="T85" fmla="*/ 9440 h 11840"/>
              <a:gd name="T86" fmla="*/ 3920 w 12800"/>
              <a:gd name="T87" fmla="*/ 9440 h 11840"/>
              <a:gd name="T88" fmla="*/ 4000 w 12800"/>
              <a:gd name="T89" fmla="*/ 9840 h 11840"/>
              <a:gd name="T90" fmla="*/ 3920 w 12800"/>
              <a:gd name="T91" fmla="*/ 10240 h 11840"/>
              <a:gd name="T92" fmla="*/ 8880 w 12800"/>
              <a:gd name="T93" fmla="*/ 10240 h 11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800" h="11840">
                <a:moveTo>
                  <a:pt x="2000" y="8640"/>
                </a:moveTo>
                <a:cubicBezTo>
                  <a:pt x="2640" y="8640"/>
                  <a:pt x="3200" y="9120"/>
                  <a:pt x="3200" y="9840"/>
                </a:cubicBezTo>
                <a:cubicBezTo>
                  <a:pt x="3200" y="10560"/>
                  <a:pt x="2640" y="11040"/>
                  <a:pt x="2000" y="11040"/>
                </a:cubicBezTo>
                <a:cubicBezTo>
                  <a:pt x="1360" y="11040"/>
                  <a:pt x="800" y="10480"/>
                  <a:pt x="800" y="9840"/>
                </a:cubicBezTo>
                <a:cubicBezTo>
                  <a:pt x="800" y="9200"/>
                  <a:pt x="1360" y="8640"/>
                  <a:pt x="2000" y="8640"/>
                </a:cubicBezTo>
                <a:close/>
                <a:moveTo>
                  <a:pt x="2000" y="7840"/>
                </a:moveTo>
                <a:cubicBezTo>
                  <a:pt x="880" y="7840"/>
                  <a:pt x="0" y="8720"/>
                  <a:pt x="0" y="9840"/>
                </a:cubicBezTo>
                <a:cubicBezTo>
                  <a:pt x="0" y="10960"/>
                  <a:pt x="880" y="11840"/>
                  <a:pt x="2000" y="11840"/>
                </a:cubicBezTo>
                <a:cubicBezTo>
                  <a:pt x="3120" y="11840"/>
                  <a:pt x="4000" y="10880"/>
                  <a:pt x="4000" y="9840"/>
                </a:cubicBezTo>
                <a:cubicBezTo>
                  <a:pt x="4000" y="8720"/>
                  <a:pt x="3120" y="7840"/>
                  <a:pt x="2000" y="7840"/>
                </a:cubicBezTo>
                <a:close/>
                <a:moveTo>
                  <a:pt x="6400" y="800"/>
                </a:moveTo>
                <a:cubicBezTo>
                  <a:pt x="7040" y="800"/>
                  <a:pt x="7600" y="1360"/>
                  <a:pt x="7600" y="2000"/>
                </a:cubicBezTo>
                <a:cubicBezTo>
                  <a:pt x="7600" y="2640"/>
                  <a:pt x="7040" y="3200"/>
                  <a:pt x="6400" y="3200"/>
                </a:cubicBezTo>
                <a:cubicBezTo>
                  <a:pt x="5760" y="3200"/>
                  <a:pt x="5200" y="2720"/>
                  <a:pt x="5200" y="2000"/>
                </a:cubicBezTo>
                <a:cubicBezTo>
                  <a:pt x="5200" y="1280"/>
                  <a:pt x="5760" y="800"/>
                  <a:pt x="6400" y="800"/>
                </a:cubicBezTo>
                <a:close/>
                <a:moveTo>
                  <a:pt x="6400" y="0"/>
                </a:moveTo>
                <a:cubicBezTo>
                  <a:pt x="5280" y="0"/>
                  <a:pt x="4400" y="880"/>
                  <a:pt x="4400" y="2000"/>
                </a:cubicBezTo>
                <a:cubicBezTo>
                  <a:pt x="4400" y="3120"/>
                  <a:pt x="5280" y="4000"/>
                  <a:pt x="6400" y="4000"/>
                </a:cubicBezTo>
                <a:cubicBezTo>
                  <a:pt x="7520" y="4000"/>
                  <a:pt x="8400" y="3120"/>
                  <a:pt x="8400" y="2000"/>
                </a:cubicBezTo>
                <a:cubicBezTo>
                  <a:pt x="8400" y="960"/>
                  <a:pt x="7520" y="0"/>
                  <a:pt x="6400" y="0"/>
                </a:cubicBezTo>
                <a:close/>
                <a:moveTo>
                  <a:pt x="10800" y="8640"/>
                </a:moveTo>
                <a:cubicBezTo>
                  <a:pt x="11440" y="8640"/>
                  <a:pt x="12000" y="9200"/>
                  <a:pt x="12000" y="9840"/>
                </a:cubicBezTo>
                <a:cubicBezTo>
                  <a:pt x="12000" y="10480"/>
                  <a:pt x="11440" y="11040"/>
                  <a:pt x="10800" y="11040"/>
                </a:cubicBezTo>
                <a:cubicBezTo>
                  <a:pt x="10160" y="11040"/>
                  <a:pt x="9600" y="10480"/>
                  <a:pt x="9600" y="9840"/>
                </a:cubicBezTo>
                <a:cubicBezTo>
                  <a:pt x="9600" y="9200"/>
                  <a:pt x="10160" y="8640"/>
                  <a:pt x="10800" y="8640"/>
                </a:cubicBezTo>
                <a:close/>
                <a:moveTo>
                  <a:pt x="10800" y="7840"/>
                </a:moveTo>
                <a:cubicBezTo>
                  <a:pt x="9680" y="7840"/>
                  <a:pt x="8800" y="8720"/>
                  <a:pt x="8800" y="9840"/>
                </a:cubicBezTo>
                <a:cubicBezTo>
                  <a:pt x="8800" y="10960"/>
                  <a:pt x="9680" y="11840"/>
                  <a:pt x="10800" y="11840"/>
                </a:cubicBezTo>
                <a:cubicBezTo>
                  <a:pt x="11920" y="11840"/>
                  <a:pt x="12800" y="10960"/>
                  <a:pt x="12800" y="9840"/>
                </a:cubicBezTo>
                <a:cubicBezTo>
                  <a:pt x="12800" y="8720"/>
                  <a:pt x="11920" y="7840"/>
                  <a:pt x="10800" y="7840"/>
                </a:cubicBezTo>
                <a:close/>
                <a:moveTo>
                  <a:pt x="9520" y="8320"/>
                </a:moveTo>
                <a:cubicBezTo>
                  <a:pt x="9760" y="8160"/>
                  <a:pt x="9920" y="8000"/>
                  <a:pt x="10240" y="7920"/>
                </a:cubicBezTo>
                <a:lnTo>
                  <a:pt x="7680" y="3520"/>
                </a:lnTo>
                <a:cubicBezTo>
                  <a:pt x="7520" y="3680"/>
                  <a:pt x="7280" y="3840"/>
                  <a:pt x="7040" y="3920"/>
                </a:cubicBezTo>
                <a:lnTo>
                  <a:pt x="9520" y="8320"/>
                </a:lnTo>
                <a:close/>
                <a:moveTo>
                  <a:pt x="3280" y="8320"/>
                </a:moveTo>
                <a:lnTo>
                  <a:pt x="5760" y="3920"/>
                </a:lnTo>
                <a:cubicBezTo>
                  <a:pt x="5520" y="3840"/>
                  <a:pt x="5280" y="3680"/>
                  <a:pt x="5120" y="3520"/>
                </a:cubicBezTo>
                <a:lnTo>
                  <a:pt x="2640" y="7920"/>
                </a:lnTo>
                <a:cubicBezTo>
                  <a:pt x="2880" y="8000"/>
                  <a:pt x="3120" y="8160"/>
                  <a:pt x="3280" y="8320"/>
                </a:cubicBezTo>
                <a:close/>
                <a:moveTo>
                  <a:pt x="8880" y="10240"/>
                </a:moveTo>
                <a:cubicBezTo>
                  <a:pt x="8880" y="10080"/>
                  <a:pt x="8800" y="10000"/>
                  <a:pt x="8800" y="9840"/>
                </a:cubicBezTo>
                <a:cubicBezTo>
                  <a:pt x="8800" y="9680"/>
                  <a:pt x="8800" y="9600"/>
                  <a:pt x="8880" y="9440"/>
                </a:cubicBezTo>
                <a:lnTo>
                  <a:pt x="3920" y="9440"/>
                </a:lnTo>
                <a:cubicBezTo>
                  <a:pt x="4000" y="9520"/>
                  <a:pt x="4000" y="9680"/>
                  <a:pt x="4000" y="9840"/>
                </a:cubicBezTo>
                <a:cubicBezTo>
                  <a:pt x="4000" y="10000"/>
                  <a:pt x="4000" y="10080"/>
                  <a:pt x="3920" y="10240"/>
                </a:cubicBezTo>
                <a:lnTo>
                  <a:pt x="8880" y="1024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1" name="圆形 2"/>
          <p:cNvSpPr/>
          <p:nvPr/>
        </p:nvSpPr>
        <p:spPr>
          <a:xfrm>
            <a:off x="8944998" y="2214256"/>
            <a:ext cx="299464" cy="304721"/>
          </a:xfrm>
          <a:custGeom>
            <a:avLst/>
            <a:gdLst>
              <a:gd name="T0" fmla="*/ 10113 w 12579"/>
              <a:gd name="T1" fmla="*/ 1662 h 12800"/>
              <a:gd name="T2" fmla="*/ 6151 w 12579"/>
              <a:gd name="T3" fmla="*/ 0 h 12800"/>
              <a:gd name="T4" fmla="*/ 2189 w 12579"/>
              <a:gd name="T5" fmla="*/ 1662 h 12800"/>
              <a:gd name="T6" fmla="*/ 2189 w 12579"/>
              <a:gd name="T7" fmla="*/ 9669 h 12800"/>
              <a:gd name="T8" fmla="*/ 6151 w 12579"/>
              <a:gd name="T9" fmla="*/ 11332 h 12800"/>
              <a:gd name="T10" fmla="*/ 10113 w 12579"/>
              <a:gd name="T11" fmla="*/ 9669 h 12800"/>
              <a:gd name="T12" fmla="*/ 10113 w 12579"/>
              <a:gd name="T13" fmla="*/ 1662 h 12800"/>
              <a:gd name="T14" fmla="*/ 6151 w 12579"/>
              <a:gd name="T15" fmla="*/ 10611 h 12800"/>
              <a:gd name="T16" fmla="*/ 2688 w 12579"/>
              <a:gd name="T17" fmla="*/ 9171 h 12800"/>
              <a:gd name="T18" fmla="*/ 2688 w 12579"/>
              <a:gd name="T19" fmla="*/ 2161 h 12800"/>
              <a:gd name="T20" fmla="*/ 6151 w 12579"/>
              <a:gd name="T21" fmla="*/ 720 h 12800"/>
              <a:gd name="T22" fmla="*/ 9614 w 12579"/>
              <a:gd name="T23" fmla="*/ 2161 h 12800"/>
              <a:gd name="T24" fmla="*/ 9614 w 12579"/>
              <a:gd name="T25" fmla="*/ 9171 h 12800"/>
              <a:gd name="T26" fmla="*/ 6151 w 12579"/>
              <a:gd name="T27" fmla="*/ 10611 h 12800"/>
              <a:gd name="T28" fmla="*/ 12440 w 12579"/>
              <a:gd name="T29" fmla="*/ 12163 h 12800"/>
              <a:gd name="T30" fmla="*/ 10695 w 12579"/>
              <a:gd name="T31" fmla="*/ 10417 h 12800"/>
              <a:gd name="T32" fmla="*/ 10196 w 12579"/>
              <a:gd name="T33" fmla="*/ 10417 h 12800"/>
              <a:gd name="T34" fmla="*/ 10196 w 12579"/>
              <a:gd name="T35" fmla="*/ 10916 h 12800"/>
              <a:gd name="T36" fmla="*/ 11942 w 12579"/>
              <a:gd name="T37" fmla="*/ 12689 h 12800"/>
              <a:gd name="T38" fmla="*/ 12191 w 12579"/>
              <a:gd name="T39" fmla="*/ 12800 h 12800"/>
              <a:gd name="T40" fmla="*/ 12440 w 12579"/>
              <a:gd name="T41" fmla="*/ 12689 h 12800"/>
              <a:gd name="T42" fmla="*/ 12440 w 12579"/>
              <a:gd name="T43" fmla="*/ 12163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579" h="12800">
                <a:moveTo>
                  <a:pt x="10113" y="1662"/>
                </a:moveTo>
                <a:cubicBezTo>
                  <a:pt x="9060" y="582"/>
                  <a:pt x="7647" y="0"/>
                  <a:pt x="6151" y="0"/>
                </a:cubicBezTo>
                <a:cubicBezTo>
                  <a:pt x="4655" y="0"/>
                  <a:pt x="3242" y="582"/>
                  <a:pt x="2189" y="1662"/>
                </a:cubicBezTo>
                <a:cubicBezTo>
                  <a:pt x="0" y="3879"/>
                  <a:pt x="0" y="7453"/>
                  <a:pt x="2189" y="9669"/>
                </a:cubicBezTo>
                <a:cubicBezTo>
                  <a:pt x="3242" y="10750"/>
                  <a:pt x="4655" y="11332"/>
                  <a:pt x="6151" y="11332"/>
                </a:cubicBezTo>
                <a:cubicBezTo>
                  <a:pt x="7647" y="11332"/>
                  <a:pt x="9060" y="10750"/>
                  <a:pt x="10113" y="9669"/>
                </a:cubicBezTo>
                <a:cubicBezTo>
                  <a:pt x="12302" y="7453"/>
                  <a:pt x="12302" y="3879"/>
                  <a:pt x="10113" y="1662"/>
                </a:cubicBezTo>
                <a:close/>
                <a:moveTo>
                  <a:pt x="6151" y="10611"/>
                </a:moveTo>
                <a:cubicBezTo>
                  <a:pt x="4849" y="10611"/>
                  <a:pt x="3602" y="10085"/>
                  <a:pt x="2688" y="9171"/>
                </a:cubicBezTo>
                <a:cubicBezTo>
                  <a:pt x="776" y="7231"/>
                  <a:pt x="776" y="4100"/>
                  <a:pt x="2688" y="2161"/>
                </a:cubicBezTo>
                <a:cubicBezTo>
                  <a:pt x="3602" y="1219"/>
                  <a:pt x="4849" y="720"/>
                  <a:pt x="6151" y="720"/>
                </a:cubicBezTo>
                <a:cubicBezTo>
                  <a:pt x="7453" y="720"/>
                  <a:pt x="8700" y="1247"/>
                  <a:pt x="9614" y="2161"/>
                </a:cubicBezTo>
                <a:cubicBezTo>
                  <a:pt x="11526" y="4100"/>
                  <a:pt x="11526" y="7231"/>
                  <a:pt x="9614" y="9171"/>
                </a:cubicBezTo>
                <a:cubicBezTo>
                  <a:pt x="8700" y="10113"/>
                  <a:pt x="7453" y="10611"/>
                  <a:pt x="6151" y="10611"/>
                </a:cubicBezTo>
                <a:close/>
                <a:moveTo>
                  <a:pt x="12440" y="12163"/>
                </a:moveTo>
                <a:lnTo>
                  <a:pt x="10695" y="10417"/>
                </a:lnTo>
                <a:cubicBezTo>
                  <a:pt x="10556" y="10279"/>
                  <a:pt x="10335" y="10279"/>
                  <a:pt x="10196" y="10417"/>
                </a:cubicBezTo>
                <a:cubicBezTo>
                  <a:pt x="10058" y="10556"/>
                  <a:pt x="10058" y="10777"/>
                  <a:pt x="10196" y="10916"/>
                </a:cubicBezTo>
                <a:lnTo>
                  <a:pt x="11942" y="12689"/>
                </a:lnTo>
                <a:cubicBezTo>
                  <a:pt x="11997" y="12745"/>
                  <a:pt x="12108" y="12800"/>
                  <a:pt x="12191" y="12800"/>
                </a:cubicBezTo>
                <a:cubicBezTo>
                  <a:pt x="12274" y="12800"/>
                  <a:pt x="12357" y="12772"/>
                  <a:pt x="12440" y="12689"/>
                </a:cubicBezTo>
                <a:cubicBezTo>
                  <a:pt x="12579" y="12523"/>
                  <a:pt x="12579" y="12301"/>
                  <a:pt x="12440" y="1216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2" name="圆形 2"/>
          <p:cNvSpPr/>
          <p:nvPr/>
        </p:nvSpPr>
        <p:spPr>
          <a:xfrm>
            <a:off x="8172439" y="3655901"/>
            <a:ext cx="285147" cy="305273"/>
          </a:xfrm>
          <a:custGeom>
            <a:avLst/>
            <a:gdLst>
              <a:gd name="connsiteX0" fmla="*/ 257583 w 424478"/>
              <a:gd name="connsiteY0" fmla="*/ 136241 h 454437"/>
              <a:gd name="connsiteX1" fmla="*/ 272825 w 424478"/>
              <a:gd name="connsiteY1" fmla="*/ 151480 h 454437"/>
              <a:gd name="connsiteX2" fmla="*/ 272825 w 424478"/>
              <a:gd name="connsiteY2" fmla="*/ 317579 h 454437"/>
              <a:gd name="connsiteX3" fmla="*/ 257583 w 424478"/>
              <a:gd name="connsiteY3" fmla="*/ 332817 h 454437"/>
              <a:gd name="connsiteX4" fmla="*/ 242341 w 424478"/>
              <a:gd name="connsiteY4" fmla="*/ 317579 h 454437"/>
              <a:gd name="connsiteX5" fmla="*/ 242341 w 424478"/>
              <a:gd name="connsiteY5" fmla="*/ 151480 h 454437"/>
              <a:gd name="connsiteX6" fmla="*/ 257583 w 424478"/>
              <a:gd name="connsiteY6" fmla="*/ 136241 h 454437"/>
              <a:gd name="connsiteX7" fmla="*/ 166705 w 424478"/>
              <a:gd name="connsiteY7" fmla="*/ 136241 h 454437"/>
              <a:gd name="connsiteX8" fmla="*/ 181947 w 424478"/>
              <a:gd name="connsiteY8" fmla="*/ 151480 h 454437"/>
              <a:gd name="connsiteX9" fmla="*/ 181947 w 424478"/>
              <a:gd name="connsiteY9" fmla="*/ 317579 h 454437"/>
              <a:gd name="connsiteX10" fmla="*/ 166705 w 424478"/>
              <a:gd name="connsiteY10" fmla="*/ 332817 h 454437"/>
              <a:gd name="connsiteX11" fmla="*/ 151463 w 424478"/>
              <a:gd name="connsiteY11" fmla="*/ 317579 h 454437"/>
              <a:gd name="connsiteX12" fmla="*/ 151463 w 424478"/>
              <a:gd name="connsiteY12" fmla="*/ 151480 h 454437"/>
              <a:gd name="connsiteX13" fmla="*/ 166705 w 424478"/>
              <a:gd name="connsiteY13" fmla="*/ 136241 h 454437"/>
              <a:gd name="connsiteX14" fmla="*/ 71286 w 424478"/>
              <a:gd name="connsiteY14" fmla="*/ 120719 h 454437"/>
              <a:gd name="connsiteX15" fmla="*/ 86525 w 424478"/>
              <a:gd name="connsiteY15" fmla="*/ 135957 h 454437"/>
              <a:gd name="connsiteX16" fmla="*/ 86525 w 424478"/>
              <a:gd name="connsiteY16" fmla="*/ 363007 h 454437"/>
              <a:gd name="connsiteX17" fmla="*/ 147477 w 424478"/>
              <a:gd name="connsiteY17" fmla="*/ 423961 h 454437"/>
              <a:gd name="connsiteX18" fmla="*/ 276716 w 424478"/>
              <a:gd name="connsiteY18" fmla="*/ 423961 h 454437"/>
              <a:gd name="connsiteX19" fmla="*/ 337668 w 424478"/>
              <a:gd name="connsiteY19" fmla="*/ 363007 h 454437"/>
              <a:gd name="connsiteX20" fmla="*/ 337668 w 424478"/>
              <a:gd name="connsiteY20" fmla="*/ 135957 h 454437"/>
              <a:gd name="connsiteX21" fmla="*/ 352906 w 424478"/>
              <a:gd name="connsiteY21" fmla="*/ 120719 h 454437"/>
              <a:gd name="connsiteX22" fmla="*/ 368430 w 424478"/>
              <a:gd name="connsiteY22" fmla="*/ 135957 h 454437"/>
              <a:gd name="connsiteX23" fmla="*/ 368430 w 424478"/>
              <a:gd name="connsiteY23" fmla="*/ 363007 h 454437"/>
              <a:gd name="connsiteX24" fmla="*/ 277001 w 424478"/>
              <a:gd name="connsiteY24" fmla="*/ 454437 h 454437"/>
              <a:gd name="connsiteX25" fmla="*/ 147477 w 424478"/>
              <a:gd name="connsiteY25" fmla="*/ 454437 h 454437"/>
              <a:gd name="connsiteX26" fmla="*/ 56048 w 424478"/>
              <a:gd name="connsiteY26" fmla="*/ 363007 h 454437"/>
              <a:gd name="connsiteX27" fmla="*/ 56048 w 424478"/>
              <a:gd name="connsiteY27" fmla="*/ 135957 h 454437"/>
              <a:gd name="connsiteX28" fmla="*/ 71286 w 424478"/>
              <a:gd name="connsiteY28" fmla="*/ 120719 h 454437"/>
              <a:gd name="connsiteX29" fmla="*/ 135317 w 424478"/>
              <a:gd name="connsiteY29" fmla="*/ 30191 h 454437"/>
              <a:gd name="connsiteX30" fmla="*/ 120075 w 424478"/>
              <a:gd name="connsiteY30" fmla="*/ 45429 h 454437"/>
              <a:gd name="connsiteX31" fmla="*/ 120075 w 424478"/>
              <a:gd name="connsiteY31" fmla="*/ 75906 h 454437"/>
              <a:gd name="connsiteX32" fmla="*/ 302974 w 424478"/>
              <a:gd name="connsiteY32" fmla="*/ 75906 h 454437"/>
              <a:gd name="connsiteX33" fmla="*/ 302355 w 424478"/>
              <a:gd name="connsiteY33" fmla="*/ 45429 h 454437"/>
              <a:gd name="connsiteX34" fmla="*/ 287733 w 424478"/>
              <a:gd name="connsiteY34" fmla="*/ 30191 h 454437"/>
              <a:gd name="connsiteX35" fmla="*/ 135936 w 424478"/>
              <a:gd name="connsiteY35" fmla="*/ 0 h 454437"/>
              <a:gd name="connsiteX36" fmla="*/ 288352 w 424478"/>
              <a:gd name="connsiteY36" fmla="*/ 0 h 454437"/>
              <a:gd name="connsiteX37" fmla="*/ 333457 w 424478"/>
              <a:gd name="connsiteY37" fmla="*/ 45429 h 454437"/>
              <a:gd name="connsiteX38" fmla="*/ 333457 w 424478"/>
              <a:gd name="connsiteY38" fmla="*/ 75906 h 454437"/>
              <a:gd name="connsiteX39" fmla="*/ 409046 w 424478"/>
              <a:gd name="connsiteY39" fmla="*/ 75906 h 454437"/>
              <a:gd name="connsiteX40" fmla="*/ 424478 w 424478"/>
              <a:gd name="connsiteY40" fmla="*/ 91288 h 454437"/>
              <a:gd name="connsiteX41" fmla="*/ 409046 w 424478"/>
              <a:gd name="connsiteY41" fmla="*/ 106669 h 454437"/>
              <a:gd name="connsiteX42" fmla="*/ 15241 w 424478"/>
              <a:gd name="connsiteY42" fmla="*/ 106669 h 454437"/>
              <a:gd name="connsiteX43" fmla="*/ 0 w 424478"/>
              <a:gd name="connsiteY43" fmla="*/ 91430 h 454437"/>
              <a:gd name="connsiteX44" fmla="*/ 15241 w 424478"/>
              <a:gd name="connsiteY44" fmla="*/ 76192 h 454437"/>
              <a:gd name="connsiteX45" fmla="*/ 90831 w 424478"/>
              <a:gd name="connsiteY45" fmla="*/ 76192 h 454437"/>
              <a:gd name="connsiteX46" fmla="*/ 90831 w 424478"/>
              <a:gd name="connsiteY46" fmla="*/ 45715 h 454437"/>
              <a:gd name="connsiteX47" fmla="*/ 135936 w 424478"/>
              <a:gd name="connsiteY47" fmla="*/ 0 h 45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24478" h="454437">
                <a:moveTo>
                  <a:pt x="257583" y="136241"/>
                </a:moveTo>
                <a:cubicBezTo>
                  <a:pt x="265966" y="136241"/>
                  <a:pt x="272825" y="143051"/>
                  <a:pt x="272825" y="151480"/>
                </a:cubicBezTo>
                <a:lnTo>
                  <a:pt x="272825" y="317579"/>
                </a:lnTo>
                <a:cubicBezTo>
                  <a:pt x="272825" y="326007"/>
                  <a:pt x="265966" y="332817"/>
                  <a:pt x="257583" y="332817"/>
                </a:cubicBezTo>
                <a:cubicBezTo>
                  <a:pt x="249152" y="332817"/>
                  <a:pt x="242341" y="326007"/>
                  <a:pt x="242341" y="317579"/>
                </a:cubicBezTo>
                <a:lnTo>
                  <a:pt x="242341" y="151480"/>
                </a:lnTo>
                <a:cubicBezTo>
                  <a:pt x="242341" y="143051"/>
                  <a:pt x="249152" y="136241"/>
                  <a:pt x="257583" y="136241"/>
                </a:cubicBezTo>
                <a:close/>
                <a:moveTo>
                  <a:pt x="166705" y="136241"/>
                </a:moveTo>
                <a:cubicBezTo>
                  <a:pt x="175136" y="136241"/>
                  <a:pt x="181947" y="143051"/>
                  <a:pt x="181947" y="151480"/>
                </a:cubicBezTo>
                <a:lnTo>
                  <a:pt x="181947" y="317579"/>
                </a:lnTo>
                <a:cubicBezTo>
                  <a:pt x="181947" y="326007"/>
                  <a:pt x="175136" y="332817"/>
                  <a:pt x="166705" y="332817"/>
                </a:cubicBezTo>
                <a:cubicBezTo>
                  <a:pt x="158322" y="332817"/>
                  <a:pt x="151463" y="326007"/>
                  <a:pt x="151463" y="317579"/>
                </a:cubicBezTo>
                <a:lnTo>
                  <a:pt x="151463" y="151480"/>
                </a:lnTo>
                <a:cubicBezTo>
                  <a:pt x="151463" y="143051"/>
                  <a:pt x="158322" y="136241"/>
                  <a:pt x="166705" y="136241"/>
                </a:cubicBezTo>
                <a:close/>
                <a:moveTo>
                  <a:pt x="71286" y="120719"/>
                </a:moveTo>
                <a:cubicBezTo>
                  <a:pt x="79715" y="120719"/>
                  <a:pt x="86525" y="127528"/>
                  <a:pt x="86525" y="135957"/>
                </a:cubicBezTo>
                <a:lnTo>
                  <a:pt x="86525" y="363007"/>
                </a:lnTo>
                <a:cubicBezTo>
                  <a:pt x="86525" y="396675"/>
                  <a:pt x="113810" y="423961"/>
                  <a:pt x="147477" y="423961"/>
                </a:cubicBezTo>
                <a:lnTo>
                  <a:pt x="276716" y="423961"/>
                </a:lnTo>
                <a:cubicBezTo>
                  <a:pt x="310382" y="423961"/>
                  <a:pt x="337668" y="396675"/>
                  <a:pt x="337668" y="363007"/>
                </a:cubicBezTo>
                <a:lnTo>
                  <a:pt x="337668" y="135957"/>
                </a:lnTo>
                <a:cubicBezTo>
                  <a:pt x="337668" y="127528"/>
                  <a:pt x="344478" y="120719"/>
                  <a:pt x="352906" y="120719"/>
                </a:cubicBezTo>
                <a:cubicBezTo>
                  <a:pt x="361430" y="120528"/>
                  <a:pt x="368430" y="127433"/>
                  <a:pt x="368430" y="135957"/>
                </a:cubicBezTo>
                <a:lnTo>
                  <a:pt x="368430" y="363007"/>
                </a:lnTo>
                <a:cubicBezTo>
                  <a:pt x="368430" y="413484"/>
                  <a:pt x="327525" y="454437"/>
                  <a:pt x="277001" y="454437"/>
                </a:cubicBezTo>
                <a:lnTo>
                  <a:pt x="147477" y="454437"/>
                </a:lnTo>
                <a:cubicBezTo>
                  <a:pt x="97001" y="454437"/>
                  <a:pt x="56048" y="413484"/>
                  <a:pt x="56048" y="363007"/>
                </a:cubicBezTo>
                <a:lnTo>
                  <a:pt x="56048" y="135957"/>
                </a:lnTo>
                <a:cubicBezTo>
                  <a:pt x="56048" y="127528"/>
                  <a:pt x="62858" y="120719"/>
                  <a:pt x="71286" y="120719"/>
                </a:cubicBezTo>
                <a:close/>
                <a:moveTo>
                  <a:pt x="135317" y="30191"/>
                </a:moveTo>
                <a:cubicBezTo>
                  <a:pt x="126982" y="30334"/>
                  <a:pt x="120266" y="37096"/>
                  <a:pt x="120075" y="45429"/>
                </a:cubicBezTo>
                <a:lnTo>
                  <a:pt x="120075" y="75906"/>
                </a:lnTo>
                <a:lnTo>
                  <a:pt x="302974" y="75906"/>
                </a:lnTo>
                <a:lnTo>
                  <a:pt x="302355" y="45429"/>
                </a:lnTo>
                <a:cubicBezTo>
                  <a:pt x="302736" y="37096"/>
                  <a:pt x="296068" y="30191"/>
                  <a:pt x="287733" y="30191"/>
                </a:cubicBezTo>
                <a:close/>
                <a:moveTo>
                  <a:pt x="135936" y="0"/>
                </a:moveTo>
                <a:lnTo>
                  <a:pt x="288352" y="0"/>
                </a:lnTo>
                <a:cubicBezTo>
                  <a:pt x="313310" y="190"/>
                  <a:pt x="333457" y="20477"/>
                  <a:pt x="333457" y="45429"/>
                </a:cubicBezTo>
                <a:lnTo>
                  <a:pt x="333457" y="75906"/>
                </a:lnTo>
                <a:lnTo>
                  <a:pt x="409046" y="75906"/>
                </a:lnTo>
                <a:cubicBezTo>
                  <a:pt x="417572" y="75906"/>
                  <a:pt x="424478" y="82811"/>
                  <a:pt x="424478" y="91288"/>
                </a:cubicBezTo>
                <a:cubicBezTo>
                  <a:pt x="424478" y="99812"/>
                  <a:pt x="417572" y="106669"/>
                  <a:pt x="409046" y="106669"/>
                </a:cubicBezTo>
                <a:lnTo>
                  <a:pt x="15241" y="106669"/>
                </a:lnTo>
                <a:cubicBezTo>
                  <a:pt x="6811" y="106669"/>
                  <a:pt x="0" y="99859"/>
                  <a:pt x="0" y="91430"/>
                </a:cubicBezTo>
                <a:cubicBezTo>
                  <a:pt x="0" y="83049"/>
                  <a:pt x="6811" y="76192"/>
                  <a:pt x="15241" y="76192"/>
                </a:cubicBezTo>
                <a:lnTo>
                  <a:pt x="90831" y="76192"/>
                </a:lnTo>
                <a:lnTo>
                  <a:pt x="90831" y="45715"/>
                </a:lnTo>
                <a:cubicBezTo>
                  <a:pt x="90640" y="20667"/>
                  <a:pt x="110835" y="190"/>
                  <a:pt x="135936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3" name="圆形 2"/>
          <p:cNvSpPr/>
          <p:nvPr/>
        </p:nvSpPr>
        <p:spPr>
          <a:xfrm>
            <a:off x="10767270" y="3226077"/>
            <a:ext cx="296693" cy="406295"/>
          </a:xfrm>
          <a:custGeom>
            <a:avLst/>
            <a:gdLst>
              <a:gd name="T0" fmla="*/ 0 w 9220"/>
              <a:gd name="T1" fmla="*/ 4610 h 12625"/>
              <a:gd name="T2" fmla="*/ 2713 w 9220"/>
              <a:gd name="T3" fmla="*/ 8813 h 12625"/>
              <a:gd name="T4" fmla="*/ 2713 w 9220"/>
              <a:gd name="T5" fmla="*/ 10582 h 12625"/>
              <a:gd name="T6" fmla="*/ 5974 w 9220"/>
              <a:gd name="T7" fmla="*/ 11115 h 12625"/>
              <a:gd name="T8" fmla="*/ 6507 w 9220"/>
              <a:gd name="T9" fmla="*/ 8913 h 12625"/>
              <a:gd name="T10" fmla="*/ 6600 w 9220"/>
              <a:gd name="T11" fmla="*/ 8769 h 12625"/>
              <a:gd name="T12" fmla="*/ 4610 w 9220"/>
              <a:gd name="T13" fmla="*/ 0 h 12625"/>
              <a:gd name="T14" fmla="*/ 3648 w 9220"/>
              <a:gd name="T15" fmla="*/ 10460 h 12625"/>
              <a:gd name="T16" fmla="*/ 3381 w 9220"/>
              <a:gd name="T17" fmla="*/ 10009 h 12625"/>
              <a:gd name="T18" fmla="*/ 5839 w 9220"/>
              <a:gd name="T19" fmla="*/ 10192 h 12625"/>
              <a:gd name="T20" fmla="*/ 6473 w 9220"/>
              <a:gd name="T21" fmla="*/ 8092 h 12625"/>
              <a:gd name="T22" fmla="*/ 5839 w 9220"/>
              <a:gd name="T23" fmla="*/ 8640 h 12625"/>
              <a:gd name="T24" fmla="*/ 5839 w 9220"/>
              <a:gd name="T25" fmla="*/ 8690 h 12625"/>
              <a:gd name="T26" fmla="*/ 5839 w 9220"/>
              <a:gd name="T27" fmla="*/ 9366 h 12625"/>
              <a:gd name="T28" fmla="*/ 3381 w 9220"/>
              <a:gd name="T29" fmla="*/ 9066 h 12625"/>
              <a:gd name="T30" fmla="*/ 3381 w 9220"/>
              <a:gd name="T31" fmla="*/ 8640 h 12625"/>
              <a:gd name="T32" fmla="*/ 3131 w 9220"/>
              <a:gd name="T33" fmla="*/ 8271 h 12625"/>
              <a:gd name="T34" fmla="*/ 658 w 9220"/>
              <a:gd name="T35" fmla="*/ 4606 h 12625"/>
              <a:gd name="T36" fmla="*/ 8561 w 9220"/>
              <a:gd name="T37" fmla="*/ 4606 h 12625"/>
              <a:gd name="T38" fmla="*/ 6171 w 9220"/>
              <a:gd name="T39" fmla="*/ 12003 h 12625"/>
              <a:gd name="T40" fmla="*/ 4412 w 9220"/>
              <a:gd name="T41" fmla="*/ 11817 h 12625"/>
              <a:gd name="T42" fmla="*/ 3544 w 9220"/>
              <a:gd name="T43" fmla="*/ 11719 h 12625"/>
              <a:gd name="T44" fmla="*/ 3325 w 9220"/>
              <a:gd name="T45" fmla="*/ 11595 h 12625"/>
              <a:gd name="T46" fmla="*/ 3042 w 9220"/>
              <a:gd name="T47" fmla="*/ 12119 h 12625"/>
              <a:gd name="T48" fmla="*/ 3885 w 9220"/>
              <a:gd name="T49" fmla="*/ 12586 h 12625"/>
              <a:gd name="T50" fmla="*/ 5267 w 9220"/>
              <a:gd name="T51" fmla="*/ 12189 h 12625"/>
              <a:gd name="T52" fmla="*/ 5680 w 9220"/>
              <a:gd name="T53" fmla="*/ 12418 h 12625"/>
              <a:gd name="T54" fmla="*/ 6250 w 9220"/>
              <a:gd name="T55" fmla="*/ 12253 h 12625"/>
              <a:gd name="T56" fmla="*/ 6204 w 9220"/>
              <a:gd name="T57" fmla="*/ 2154 h 12625"/>
              <a:gd name="T58" fmla="*/ 2707 w 9220"/>
              <a:gd name="T59" fmla="*/ 4278 h 12625"/>
              <a:gd name="T60" fmla="*/ 5716 w 9220"/>
              <a:gd name="T61" fmla="*/ 6592 h 12625"/>
              <a:gd name="T62" fmla="*/ 5853 w 9220"/>
              <a:gd name="T63" fmla="*/ 5649 h 12625"/>
              <a:gd name="T64" fmla="*/ 5121 w 9220"/>
              <a:gd name="T65" fmla="*/ 4434 h 12625"/>
              <a:gd name="T66" fmla="*/ 6140 w 9220"/>
              <a:gd name="T67" fmla="*/ 3106 h 12625"/>
              <a:gd name="T68" fmla="*/ 6204 w 9220"/>
              <a:gd name="T69" fmla="*/ 2154 h 12625"/>
              <a:gd name="T70" fmla="*/ 4479 w 9220"/>
              <a:gd name="T71" fmla="*/ 4434 h 12625"/>
              <a:gd name="T72" fmla="*/ 5254 w 9220"/>
              <a:gd name="T73" fmla="*/ 6023 h 12625"/>
              <a:gd name="T74" fmla="*/ 5101 w 9220"/>
              <a:gd name="T75" fmla="*/ 6030 h 12625"/>
              <a:gd name="T76" fmla="*/ 5101 w 9220"/>
              <a:gd name="T77" fmla="*/ 2526 h 12625"/>
              <a:gd name="T78" fmla="*/ 5636 w 9220"/>
              <a:gd name="T79" fmla="*/ 2609 h 12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220" h="12625">
                <a:moveTo>
                  <a:pt x="4610" y="0"/>
                </a:moveTo>
                <a:cubicBezTo>
                  <a:pt x="2064" y="0"/>
                  <a:pt x="0" y="2064"/>
                  <a:pt x="0" y="4610"/>
                </a:cubicBezTo>
                <a:cubicBezTo>
                  <a:pt x="0" y="6443"/>
                  <a:pt x="1070" y="8027"/>
                  <a:pt x="2620" y="8769"/>
                </a:cubicBezTo>
                <a:cubicBezTo>
                  <a:pt x="2651" y="8784"/>
                  <a:pt x="2682" y="8799"/>
                  <a:pt x="2713" y="8813"/>
                </a:cubicBezTo>
                <a:lnTo>
                  <a:pt x="2713" y="8912"/>
                </a:lnTo>
                <a:lnTo>
                  <a:pt x="2713" y="10582"/>
                </a:lnTo>
                <a:cubicBezTo>
                  <a:pt x="2713" y="10915"/>
                  <a:pt x="2936" y="11115"/>
                  <a:pt x="3246" y="11115"/>
                </a:cubicBezTo>
                <a:lnTo>
                  <a:pt x="5974" y="11115"/>
                </a:lnTo>
                <a:cubicBezTo>
                  <a:pt x="6268" y="11115"/>
                  <a:pt x="6507" y="10924"/>
                  <a:pt x="6507" y="10582"/>
                </a:cubicBezTo>
                <a:lnTo>
                  <a:pt x="6507" y="8913"/>
                </a:lnTo>
                <a:lnTo>
                  <a:pt x="6507" y="8813"/>
                </a:lnTo>
                <a:cubicBezTo>
                  <a:pt x="6538" y="8799"/>
                  <a:pt x="6569" y="8784"/>
                  <a:pt x="6600" y="8769"/>
                </a:cubicBezTo>
                <a:cubicBezTo>
                  <a:pt x="8150" y="8026"/>
                  <a:pt x="9220" y="6443"/>
                  <a:pt x="9220" y="4610"/>
                </a:cubicBezTo>
                <a:cubicBezTo>
                  <a:pt x="9220" y="2064"/>
                  <a:pt x="7156" y="0"/>
                  <a:pt x="4610" y="0"/>
                </a:cubicBezTo>
                <a:close/>
                <a:moveTo>
                  <a:pt x="5572" y="10460"/>
                </a:moveTo>
                <a:lnTo>
                  <a:pt x="3648" y="10460"/>
                </a:lnTo>
                <a:cubicBezTo>
                  <a:pt x="3491" y="10460"/>
                  <a:pt x="3381" y="10359"/>
                  <a:pt x="3381" y="10192"/>
                </a:cubicBezTo>
                <a:lnTo>
                  <a:pt x="3381" y="10009"/>
                </a:lnTo>
                <a:lnTo>
                  <a:pt x="5839" y="10009"/>
                </a:lnTo>
                <a:lnTo>
                  <a:pt x="5839" y="10192"/>
                </a:lnTo>
                <a:cubicBezTo>
                  <a:pt x="5839" y="10351"/>
                  <a:pt x="5735" y="10460"/>
                  <a:pt x="5572" y="10460"/>
                </a:cubicBezTo>
                <a:close/>
                <a:moveTo>
                  <a:pt x="6473" y="8092"/>
                </a:moveTo>
                <a:cubicBezTo>
                  <a:pt x="6349" y="8158"/>
                  <a:pt x="6091" y="8271"/>
                  <a:pt x="6091" y="8271"/>
                </a:cubicBezTo>
                <a:cubicBezTo>
                  <a:pt x="5944" y="8329"/>
                  <a:pt x="5839" y="8472"/>
                  <a:pt x="5839" y="8640"/>
                </a:cubicBezTo>
                <a:lnTo>
                  <a:pt x="5839" y="8640"/>
                </a:lnTo>
                <a:lnTo>
                  <a:pt x="5839" y="8690"/>
                </a:lnTo>
                <a:lnTo>
                  <a:pt x="5839" y="9066"/>
                </a:lnTo>
                <a:lnTo>
                  <a:pt x="5839" y="9366"/>
                </a:lnTo>
                <a:lnTo>
                  <a:pt x="3381" y="9366"/>
                </a:lnTo>
                <a:lnTo>
                  <a:pt x="3381" y="9066"/>
                </a:lnTo>
                <a:lnTo>
                  <a:pt x="3381" y="8663"/>
                </a:lnTo>
                <a:cubicBezTo>
                  <a:pt x="3381" y="8661"/>
                  <a:pt x="3381" y="8645"/>
                  <a:pt x="3381" y="8640"/>
                </a:cubicBezTo>
                <a:cubicBezTo>
                  <a:pt x="3381" y="8472"/>
                  <a:pt x="3277" y="8329"/>
                  <a:pt x="3131" y="8271"/>
                </a:cubicBezTo>
                <a:lnTo>
                  <a:pt x="3131" y="8271"/>
                </a:lnTo>
                <a:cubicBezTo>
                  <a:pt x="2999" y="8218"/>
                  <a:pt x="2871" y="8158"/>
                  <a:pt x="2747" y="8092"/>
                </a:cubicBezTo>
                <a:cubicBezTo>
                  <a:pt x="1504" y="7426"/>
                  <a:pt x="658" y="6115"/>
                  <a:pt x="658" y="4606"/>
                </a:cubicBezTo>
                <a:cubicBezTo>
                  <a:pt x="658" y="2424"/>
                  <a:pt x="2428" y="655"/>
                  <a:pt x="4610" y="655"/>
                </a:cubicBezTo>
                <a:cubicBezTo>
                  <a:pt x="6792" y="655"/>
                  <a:pt x="8561" y="2424"/>
                  <a:pt x="8561" y="4606"/>
                </a:cubicBezTo>
                <a:cubicBezTo>
                  <a:pt x="8561" y="6115"/>
                  <a:pt x="7716" y="7426"/>
                  <a:pt x="6473" y="8092"/>
                </a:cubicBezTo>
                <a:close/>
                <a:moveTo>
                  <a:pt x="6171" y="12003"/>
                </a:moveTo>
                <a:cubicBezTo>
                  <a:pt x="5970" y="11759"/>
                  <a:pt x="5678" y="11589"/>
                  <a:pt x="5339" y="11551"/>
                </a:cubicBezTo>
                <a:cubicBezTo>
                  <a:pt x="4993" y="11511"/>
                  <a:pt x="4664" y="11616"/>
                  <a:pt x="4412" y="11817"/>
                </a:cubicBezTo>
                <a:cubicBezTo>
                  <a:pt x="4288" y="11915"/>
                  <a:pt x="4127" y="11967"/>
                  <a:pt x="3958" y="11947"/>
                </a:cubicBezTo>
                <a:cubicBezTo>
                  <a:pt x="3788" y="11928"/>
                  <a:pt x="3643" y="11842"/>
                  <a:pt x="3544" y="11719"/>
                </a:cubicBezTo>
                <a:lnTo>
                  <a:pt x="3544" y="11719"/>
                </a:lnTo>
                <a:cubicBezTo>
                  <a:pt x="3493" y="11652"/>
                  <a:pt x="3416" y="11605"/>
                  <a:pt x="3325" y="11595"/>
                </a:cubicBezTo>
                <a:cubicBezTo>
                  <a:pt x="3149" y="11575"/>
                  <a:pt x="2990" y="11701"/>
                  <a:pt x="2970" y="11878"/>
                </a:cubicBezTo>
                <a:cubicBezTo>
                  <a:pt x="2959" y="11968"/>
                  <a:pt x="2988" y="12054"/>
                  <a:pt x="3042" y="12119"/>
                </a:cubicBezTo>
                <a:lnTo>
                  <a:pt x="3041" y="12119"/>
                </a:lnTo>
                <a:cubicBezTo>
                  <a:pt x="3242" y="12371"/>
                  <a:pt x="3540" y="12547"/>
                  <a:pt x="3885" y="12586"/>
                </a:cubicBezTo>
                <a:cubicBezTo>
                  <a:pt x="4231" y="12625"/>
                  <a:pt x="4560" y="12521"/>
                  <a:pt x="4812" y="12320"/>
                </a:cubicBezTo>
                <a:cubicBezTo>
                  <a:pt x="4936" y="12221"/>
                  <a:pt x="5097" y="12170"/>
                  <a:pt x="5267" y="12189"/>
                </a:cubicBezTo>
                <a:cubicBezTo>
                  <a:pt x="5436" y="12208"/>
                  <a:pt x="5582" y="12294"/>
                  <a:pt x="5680" y="12418"/>
                </a:cubicBezTo>
                <a:lnTo>
                  <a:pt x="5680" y="12418"/>
                </a:lnTo>
                <a:cubicBezTo>
                  <a:pt x="5732" y="12482"/>
                  <a:pt x="5807" y="12526"/>
                  <a:pt x="5895" y="12536"/>
                </a:cubicBezTo>
                <a:cubicBezTo>
                  <a:pt x="6071" y="12556"/>
                  <a:pt x="6230" y="12429"/>
                  <a:pt x="6250" y="12253"/>
                </a:cubicBezTo>
                <a:cubicBezTo>
                  <a:pt x="6261" y="12158"/>
                  <a:pt x="6229" y="12069"/>
                  <a:pt x="6171" y="12003"/>
                </a:cubicBezTo>
                <a:close/>
                <a:moveTo>
                  <a:pt x="6204" y="2154"/>
                </a:moveTo>
                <a:cubicBezTo>
                  <a:pt x="6204" y="2154"/>
                  <a:pt x="5722" y="1884"/>
                  <a:pt x="5101" y="1884"/>
                </a:cubicBezTo>
                <a:cubicBezTo>
                  <a:pt x="3779" y="1884"/>
                  <a:pt x="2707" y="2956"/>
                  <a:pt x="2707" y="4278"/>
                </a:cubicBezTo>
                <a:cubicBezTo>
                  <a:pt x="2707" y="5600"/>
                  <a:pt x="3779" y="6672"/>
                  <a:pt x="5101" y="6672"/>
                </a:cubicBezTo>
                <a:cubicBezTo>
                  <a:pt x="5314" y="6672"/>
                  <a:pt x="5520" y="6644"/>
                  <a:pt x="5716" y="6592"/>
                </a:cubicBezTo>
                <a:cubicBezTo>
                  <a:pt x="5949" y="6536"/>
                  <a:pt x="6126" y="6343"/>
                  <a:pt x="6126" y="6097"/>
                </a:cubicBezTo>
                <a:cubicBezTo>
                  <a:pt x="6126" y="5902"/>
                  <a:pt x="6015" y="5733"/>
                  <a:pt x="5853" y="5649"/>
                </a:cubicBezTo>
                <a:lnTo>
                  <a:pt x="5853" y="5649"/>
                </a:lnTo>
                <a:cubicBezTo>
                  <a:pt x="5418" y="5419"/>
                  <a:pt x="5121" y="4960"/>
                  <a:pt x="5121" y="4434"/>
                </a:cubicBezTo>
                <a:cubicBezTo>
                  <a:pt x="5121" y="3798"/>
                  <a:pt x="5553" y="3263"/>
                  <a:pt x="6140" y="3107"/>
                </a:cubicBezTo>
                <a:lnTo>
                  <a:pt x="6140" y="3106"/>
                </a:lnTo>
                <a:cubicBezTo>
                  <a:pt x="6355" y="3048"/>
                  <a:pt x="6513" y="2852"/>
                  <a:pt x="6513" y="2619"/>
                </a:cubicBezTo>
                <a:cubicBezTo>
                  <a:pt x="6513" y="2410"/>
                  <a:pt x="6385" y="2231"/>
                  <a:pt x="6204" y="2154"/>
                </a:cubicBezTo>
                <a:close/>
                <a:moveTo>
                  <a:pt x="5508" y="2675"/>
                </a:moveTo>
                <a:cubicBezTo>
                  <a:pt x="4894" y="3021"/>
                  <a:pt x="4479" y="3679"/>
                  <a:pt x="4479" y="4434"/>
                </a:cubicBezTo>
                <a:cubicBezTo>
                  <a:pt x="4479" y="5028"/>
                  <a:pt x="4736" y="5563"/>
                  <a:pt x="5145" y="5932"/>
                </a:cubicBezTo>
                <a:cubicBezTo>
                  <a:pt x="5181" y="5963"/>
                  <a:pt x="5217" y="5994"/>
                  <a:pt x="5254" y="6023"/>
                </a:cubicBezTo>
                <a:cubicBezTo>
                  <a:pt x="5210" y="6027"/>
                  <a:pt x="5166" y="6029"/>
                  <a:pt x="5122" y="6029"/>
                </a:cubicBezTo>
                <a:cubicBezTo>
                  <a:pt x="5115" y="6030"/>
                  <a:pt x="5108" y="6030"/>
                  <a:pt x="5101" y="6030"/>
                </a:cubicBezTo>
                <a:cubicBezTo>
                  <a:pt x="4134" y="6030"/>
                  <a:pt x="3349" y="5245"/>
                  <a:pt x="3349" y="4278"/>
                </a:cubicBezTo>
                <a:cubicBezTo>
                  <a:pt x="3349" y="3311"/>
                  <a:pt x="4134" y="2526"/>
                  <a:pt x="5101" y="2526"/>
                </a:cubicBezTo>
                <a:cubicBezTo>
                  <a:pt x="5241" y="2526"/>
                  <a:pt x="5377" y="2543"/>
                  <a:pt x="5507" y="2574"/>
                </a:cubicBezTo>
                <a:cubicBezTo>
                  <a:pt x="5550" y="2584"/>
                  <a:pt x="5593" y="2596"/>
                  <a:pt x="5636" y="2609"/>
                </a:cubicBezTo>
                <a:cubicBezTo>
                  <a:pt x="5592" y="2630"/>
                  <a:pt x="5550" y="2652"/>
                  <a:pt x="5508" y="267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ea typeface="Manrope SemiBold" charset="0"/>
              <a:cs typeface="Manrope SemiBold" charset="0"/>
              <a:sym typeface="Manrope SemiBold" charset="0"/>
            </a:endParaRPr>
          </a:p>
        </p:txBody>
      </p:sp>
      <p:sp>
        <p:nvSpPr>
          <p:cNvPr id="15" name="Rechteck"/>
          <p:cNvSpPr/>
          <p:nvPr/>
        </p:nvSpPr>
        <p:spPr>
          <a:xfrm>
            <a:off x="939800" y="3674110"/>
            <a:ext cx="6529070" cy="2209800"/>
          </a:xfrm>
          <a:prstGeom prst="rect">
            <a:avLst/>
          </a:prstGeom>
          <a:solidFill>
            <a:schemeClr val="accent2"/>
          </a:solidFill>
          <a:ln w="28575">
            <a:noFill/>
            <a:miter lim="400000"/>
          </a:ln>
        </p:spPr>
        <p:txBody>
          <a:bodyPr lIns="25393" tIns="25393" rIns="25393" bIns="25393" anchor="ctr"/>
          <a:lstStyle/>
          <a:p>
            <a:endParaRPr sz="1600">
              <a:solidFill>
                <a:schemeClr val="tx1">
                  <a:lumMod val="75000"/>
                  <a:lumOff val="25000"/>
                </a:schemeClr>
              </a:solidFill>
              <a:latin typeface="Manrope SemiBold" charset="0"/>
              <a:cs typeface="MuseoModerno Black" pitchFamily="2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40216" y="1575151"/>
            <a:ext cx="459596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2800" dirty="0">
                <a:solidFill>
                  <a:srgbClr val="615DA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Тайм-менеджмент -</a:t>
            </a:r>
          </a:p>
        </p:txBody>
      </p:sp>
      <p:sp>
        <p:nvSpPr>
          <p:cNvPr id="17" name="矩形 16"/>
          <p:cNvSpPr/>
          <p:nvPr/>
        </p:nvSpPr>
        <p:spPr>
          <a:xfrm>
            <a:off x="940435" y="2097405"/>
            <a:ext cx="51555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совокупность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техник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инструментов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направленных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оптимизацию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распределения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достижения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поставленных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целей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0" name="矩形 19"/>
          <p:cNvSpPr/>
          <p:nvPr/>
        </p:nvSpPr>
        <p:spPr>
          <a:xfrm>
            <a:off x="1097280" y="3815080"/>
            <a:ext cx="6497320" cy="17189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Создать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которое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помогает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пользователям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бороться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прокрастинацией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повышать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личную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продуктивность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превращая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рутинные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увлекательный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простой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</a:t>
            </a:r>
            <a:r>
              <a:rPr lang="en-US" alt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3" name="图形 2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8663" y="1861588"/>
            <a:ext cx="1515969" cy="3224879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2306" y="4165434"/>
            <a:ext cx="1571454" cy="1085964"/>
          </a:xfrm>
          <a:prstGeom prst="rect">
            <a:avLst/>
          </a:prstGeom>
        </p:spPr>
      </p:pic>
      <p:sp>
        <p:nvSpPr>
          <p:cNvPr id="59" name="矩形 58"/>
          <p:cNvSpPr/>
          <p:nvPr>
            <p:custDataLst>
              <p:tags r:id="rId2"/>
            </p:custDataLst>
          </p:nvPr>
        </p:nvSpPr>
        <p:spPr>
          <a:xfrm>
            <a:off x="9589770" y="5474970"/>
            <a:ext cx="18567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en-US" sz="2000" b="1" dirty="0">
                <a:solidFill>
                  <a:srgbClr val="F06A8A"/>
                </a:solidFill>
                <a:latin typeface="Ebrima" panose="02000000000000000000" charset="0"/>
                <a:ea typeface="+mj-ea"/>
                <a:cs typeface="Ebrima" panose="02000000000000000000" charset="0"/>
              </a:rPr>
              <a:t>цель</a:t>
            </a:r>
          </a:p>
        </p:txBody>
      </p:sp>
      <p:cxnSp>
        <p:nvCxnSpPr>
          <p:cNvPr id="3" name="直接连接符 1"/>
          <p:cNvCxnSpPr/>
          <p:nvPr/>
        </p:nvCxnSpPr>
        <p:spPr>
          <a:xfrm>
            <a:off x="7594791" y="5689506"/>
            <a:ext cx="2480945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1"/>
          <p:cNvCxnSpPr/>
          <p:nvPr/>
        </p:nvCxnSpPr>
        <p:spPr>
          <a:xfrm>
            <a:off x="10969181" y="5689506"/>
            <a:ext cx="538309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459865" y="307975"/>
            <a:ext cx="557339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altLang="en-US" sz="4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</a:t>
            </a: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3514336" y="1257677"/>
            <a:ext cx="8221345" cy="4331832"/>
            <a:chOff x="4896492" y="1135458"/>
            <a:chExt cx="7570078" cy="4127833"/>
          </a:xfrm>
        </p:grpSpPr>
        <p:sp>
          <p:nvSpPr>
            <p:cNvPr id="9" name="Rectangle: Rounded Corners 42"/>
            <p:cNvSpPr/>
            <p:nvPr/>
          </p:nvSpPr>
          <p:spPr>
            <a:xfrm>
              <a:off x="4963506" y="2435678"/>
              <a:ext cx="7016954" cy="2827613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val 60"/>
            <p:cNvSpPr/>
            <p:nvPr/>
          </p:nvSpPr>
          <p:spPr>
            <a:xfrm>
              <a:off x="7386089" y="4615044"/>
              <a:ext cx="192150" cy="198450"/>
            </a:xfrm>
            <a:custGeom>
              <a:avLst/>
              <a:gdLst>
                <a:gd name="T0" fmla="*/ 8922 w 10802"/>
                <a:gd name="T1" fmla="*/ 1618 h 11156"/>
                <a:gd name="T2" fmla="*/ 7656 w 10802"/>
                <a:gd name="T3" fmla="*/ 1618 h 11156"/>
                <a:gd name="T4" fmla="*/ 7656 w 10802"/>
                <a:gd name="T5" fmla="*/ 852 h 11156"/>
                <a:gd name="T6" fmla="*/ 6805 w 10802"/>
                <a:gd name="T7" fmla="*/ 0 h 11156"/>
                <a:gd name="T8" fmla="*/ 3997 w 10802"/>
                <a:gd name="T9" fmla="*/ 0 h 11156"/>
                <a:gd name="T10" fmla="*/ 3146 w 10802"/>
                <a:gd name="T11" fmla="*/ 852 h 11156"/>
                <a:gd name="T12" fmla="*/ 3146 w 10802"/>
                <a:gd name="T13" fmla="*/ 1618 h 11156"/>
                <a:gd name="T14" fmla="*/ 1880 w 10802"/>
                <a:gd name="T15" fmla="*/ 1618 h 11156"/>
                <a:gd name="T16" fmla="*/ 0 w 10802"/>
                <a:gd name="T17" fmla="*/ 3498 h 11156"/>
                <a:gd name="T18" fmla="*/ 0 w 10802"/>
                <a:gd name="T19" fmla="*/ 9276 h 11156"/>
                <a:gd name="T20" fmla="*/ 1880 w 10802"/>
                <a:gd name="T21" fmla="*/ 11156 h 11156"/>
                <a:gd name="T22" fmla="*/ 8922 w 10802"/>
                <a:gd name="T23" fmla="*/ 11156 h 11156"/>
                <a:gd name="T24" fmla="*/ 10802 w 10802"/>
                <a:gd name="T25" fmla="*/ 9276 h 11156"/>
                <a:gd name="T26" fmla="*/ 10802 w 10802"/>
                <a:gd name="T27" fmla="*/ 3498 h 11156"/>
                <a:gd name="T28" fmla="*/ 8922 w 10802"/>
                <a:gd name="T29" fmla="*/ 1618 h 11156"/>
                <a:gd name="T30" fmla="*/ 3819 w 10802"/>
                <a:gd name="T31" fmla="*/ 850 h 11156"/>
                <a:gd name="T32" fmla="*/ 3997 w 10802"/>
                <a:gd name="T33" fmla="*/ 672 h 11156"/>
                <a:gd name="T34" fmla="*/ 6805 w 10802"/>
                <a:gd name="T35" fmla="*/ 672 h 11156"/>
                <a:gd name="T36" fmla="*/ 6984 w 10802"/>
                <a:gd name="T37" fmla="*/ 850 h 11156"/>
                <a:gd name="T38" fmla="*/ 6984 w 10802"/>
                <a:gd name="T39" fmla="*/ 1617 h 11156"/>
                <a:gd name="T40" fmla="*/ 3819 w 10802"/>
                <a:gd name="T41" fmla="*/ 1617 h 11156"/>
                <a:gd name="T42" fmla="*/ 3819 w 10802"/>
                <a:gd name="T43" fmla="*/ 850 h 11156"/>
                <a:gd name="T44" fmla="*/ 1880 w 10802"/>
                <a:gd name="T45" fmla="*/ 2291 h 11156"/>
                <a:gd name="T46" fmla="*/ 8924 w 10802"/>
                <a:gd name="T47" fmla="*/ 2291 h 11156"/>
                <a:gd name="T48" fmla="*/ 10131 w 10802"/>
                <a:gd name="T49" fmla="*/ 3498 h 11156"/>
                <a:gd name="T50" fmla="*/ 10131 w 10802"/>
                <a:gd name="T51" fmla="*/ 4369 h 11156"/>
                <a:gd name="T52" fmla="*/ 672 w 10802"/>
                <a:gd name="T53" fmla="*/ 4369 h 11156"/>
                <a:gd name="T54" fmla="*/ 672 w 10802"/>
                <a:gd name="T55" fmla="*/ 3498 h 11156"/>
                <a:gd name="T56" fmla="*/ 1880 w 10802"/>
                <a:gd name="T57" fmla="*/ 2291 h 11156"/>
                <a:gd name="T58" fmla="*/ 5100 w 10802"/>
                <a:gd name="T59" fmla="*/ 5042 h 11156"/>
                <a:gd name="T60" fmla="*/ 5702 w 10802"/>
                <a:gd name="T61" fmla="*/ 5042 h 11156"/>
                <a:gd name="T62" fmla="*/ 5702 w 10802"/>
                <a:gd name="T63" fmla="*/ 6519 h 11156"/>
                <a:gd name="T64" fmla="*/ 5401 w 10802"/>
                <a:gd name="T65" fmla="*/ 6821 h 11156"/>
                <a:gd name="T66" fmla="*/ 5100 w 10802"/>
                <a:gd name="T67" fmla="*/ 6519 h 11156"/>
                <a:gd name="T68" fmla="*/ 5100 w 10802"/>
                <a:gd name="T69" fmla="*/ 5042 h 11156"/>
                <a:gd name="T70" fmla="*/ 8922 w 10802"/>
                <a:gd name="T71" fmla="*/ 10483 h 11156"/>
                <a:gd name="T72" fmla="*/ 1880 w 10802"/>
                <a:gd name="T73" fmla="*/ 10483 h 11156"/>
                <a:gd name="T74" fmla="*/ 672 w 10802"/>
                <a:gd name="T75" fmla="*/ 9276 h 11156"/>
                <a:gd name="T76" fmla="*/ 672 w 10802"/>
                <a:gd name="T77" fmla="*/ 5042 h 11156"/>
                <a:gd name="T78" fmla="*/ 4429 w 10802"/>
                <a:gd name="T79" fmla="*/ 5042 h 11156"/>
                <a:gd name="T80" fmla="*/ 4429 w 10802"/>
                <a:gd name="T81" fmla="*/ 6519 h 11156"/>
                <a:gd name="T82" fmla="*/ 5402 w 10802"/>
                <a:gd name="T83" fmla="*/ 7493 h 11156"/>
                <a:gd name="T84" fmla="*/ 6376 w 10802"/>
                <a:gd name="T85" fmla="*/ 6519 h 11156"/>
                <a:gd name="T86" fmla="*/ 6376 w 10802"/>
                <a:gd name="T87" fmla="*/ 5042 h 11156"/>
                <a:gd name="T88" fmla="*/ 10132 w 10802"/>
                <a:gd name="T89" fmla="*/ 5042 h 11156"/>
                <a:gd name="T90" fmla="*/ 10132 w 10802"/>
                <a:gd name="T91" fmla="*/ 9276 h 11156"/>
                <a:gd name="T92" fmla="*/ 8922 w 10802"/>
                <a:gd name="T93" fmla="*/ 10483 h 11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802" h="11156">
                  <a:moveTo>
                    <a:pt x="8922" y="1618"/>
                  </a:moveTo>
                  <a:lnTo>
                    <a:pt x="7656" y="1618"/>
                  </a:lnTo>
                  <a:lnTo>
                    <a:pt x="7656" y="852"/>
                  </a:lnTo>
                  <a:cubicBezTo>
                    <a:pt x="7656" y="383"/>
                    <a:pt x="7275" y="0"/>
                    <a:pt x="6805" y="0"/>
                  </a:cubicBezTo>
                  <a:lnTo>
                    <a:pt x="3997" y="0"/>
                  </a:lnTo>
                  <a:cubicBezTo>
                    <a:pt x="3529" y="0"/>
                    <a:pt x="3146" y="382"/>
                    <a:pt x="3146" y="852"/>
                  </a:cubicBezTo>
                  <a:lnTo>
                    <a:pt x="3146" y="1618"/>
                  </a:lnTo>
                  <a:lnTo>
                    <a:pt x="1880" y="1618"/>
                  </a:lnTo>
                  <a:cubicBezTo>
                    <a:pt x="844" y="1618"/>
                    <a:pt x="0" y="2462"/>
                    <a:pt x="0" y="3498"/>
                  </a:cubicBezTo>
                  <a:lnTo>
                    <a:pt x="0" y="9276"/>
                  </a:lnTo>
                  <a:cubicBezTo>
                    <a:pt x="0" y="10312"/>
                    <a:pt x="844" y="11156"/>
                    <a:pt x="1880" y="11156"/>
                  </a:cubicBezTo>
                  <a:lnTo>
                    <a:pt x="8922" y="11156"/>
                  </a:lnTo>
                  <a:cubicBezTo>
                    <a:pt x="9959" y="11156"/>
                    <a:pt x="10802" y="10312"/>
                    <a:pt x="10802" y="9276"/>
                  </a:cubicBezTo>
                  <a:lnTo>
                    <a:pt x="10802" y="3498"/>
                  </a:lnTo>
                  <a:cubicBezTo>
                    <a:pt x="10802" y="2462"/>
                    <a:pt x="9959" y="1618"/>
                    <a:pt x="8922" y="1618"/>
                  </a:cubicBezTo>
                  <a:close/>
                  <a:moveTo>
                    <a:pt x="3819" y="850"/>
                  </a:moveTo>
                  <a:cubicBezTo>
                    <a:pt x="3819" y="754"/>
                    <a:pt x="3900" y="672"/>
                    <a:pt x="3997" y="672"/>
                  </a:cubicBezTo>
                  <a:lnTo>
                    <a:pt x="6805" y="672"/>
                  </a:lnTo>
                  <a:cubicBezTo>
                    <a:pt x="6901" y="672"/>
                    <a:pt x="6984" y="753"/>
                    <a:pt x="6984" y="850"/>
                  </a:cubicBezTo>
                  <a:lnTo>
                    <a:pt x="6984" y="1617"/>
                  </a:lnTo>
                  <a:lnTo>
                    <a:pt x="3819" y="1617"/>
                  </a:lnTo>
                  <a:lnTo>
                    <a:pt x="3819" y="850"/>
                  </a:lnTo>
                  <a:close/>
                  <a:moveTo>
                    <a:pt x="1880" y="2291"/>
                  </a:moveTo>
                  <a:lnTo>
                    <a:pt x="8924" y="2291"/>
                  </a:lnTo>
                  <a:cubicBezTo>
                    <a:pt x="9590" y="2291"/>
                    <a:pt x="10131" y="2833"/>
                    <a:pt x="10131" y="3498"/>
                  </a:cubicBezTo>
                  <a:lnTo>
                    <a:pt x="10131" y="4369"/>
                  </a:lnTo>
                  <a:lnTo>
                    <a:pt x="672" y="4369"/>
                  </a:lnTo>
                  <a:lnTo>
                    <a:pt x="672" y="3498"/>
                  </a:lnTo>
                  <a:cubicBezTo>
                    <a:pt x="672" y="2832"/>
                    <a:pt x="1214" y="2291"/>
                    <a:pt x="1880" y="2291"/>
                  </a:cubicBezTo>
                  <a:close/>
                  <a:moveTo>
                    <a:pt x="5100" y="5042"/>
                  </a:moveTo>
                  <a:lnTo>
                    <a:pt x="5702" y="5042"/>
                  </a:lnTo>
                  <a:lnTo>
                    <a:pt x="5702" y="6519"/>
                  </a:lnTo>
                  <a:cubicBezTo>
                    <a:pt x="5702" y="6686"/>
                    <a:pt x="5567" y="6821"/>
                    <a:pt x="5401" y="6821"/>
                  </a:cubicBezTo>
                  <a:cubicBezTo>
                    <a:pt x="5235" y="6821"/>
                    <a:pt x="5100" y="6686"/>
                    <a:pt x="5100" y="6519"/>
                  </a:cubicBezTo>
                  <a:lnTo>
                    <a:pt x="5100" y="5042"/>
                  </a:lnTo>
                  <a:close/>
                  <a:moveTo>
                    <a:pt x="8922" y="10483"/>
                  </a:moveTo>
                  <a:lnTo>
                    <a:pt x="1880" y="10483"/>
                  </a:lnTo>
                  <a:cubicBezTo>
                    <a:pt x="1214" y="10483"/>
                    <a:pt x="672" y="9941"/>
                    <a:pt x="672" y="9276"/>
                  </a:cubicBezTo>
                  <a:lnTo>
                    <a:pt x="672" y="5042"/>
                  </a:lnTo>
                  <a:lnTo>
                    <a:pt x="4429" y="5042"/>
                  </a:lnTo>
                  <a:lnTo>
                    <a:pt x="4429" y="6519"/>
                  </a:lnTo>
                  <a:cubicBezTo>
                    <a:pt x="4429" y="7056"/>
                    <a:pt x="4865" y="7493"/>
                    <a:pt x="5402" y="7493"/>
                  </a:cubicBezTo>
                  <a:cubicBezTo>
                    <a:pt x="5939" y="7493"/>
                    <a:pt x="6376" y="7057"/>
                    <a:pt x="6376" y="6519"/>
                  </a:cubicBezTo>
                  <a:lnTo>
                    <a:pt x="6376" y="5042"/>
                  </a:lnTo>
                  <a:lnTo>
                    <a:pt x="10132" y="5042"/>
                  </a:lnTo>
                  <a:lnTo>
                    <a:pt x="10132" y="9276"/>
                  </a:lnTo>
                  <a:cubicBezTo>
                    <a:pt x="10130" y="9942"/>
                    <a:pt x="9589" y="10483"/>
                    <a:pt x="8922" y="104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896492" y="1135458"/>
              <a:ext cx="7570078" cy="3932387"/>
              <a:chOff x="4894781" y="-8293"/>
              <a:chExt cx="7570078" cy="3932387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4894781" y="-8293"/>
                <a:ext cx="7570078" cy="1035319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Основная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проблема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не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отсутствие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инструментов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недостаток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внутренней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мотивации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для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их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регулярного</a:t>
                </a:r>
                <a:r>
                  <a:rPr lang="en-US" altLang="ru-RU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использования</a:t>
                </a:r>
                <a:r>
                  <a:rPr lang="ru-RU" altLang="en-US" sz="2400" b="1" dirty="0">
                    <a:solidFill>
                      <a:srgbClr val="857F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5062006" y="1352437"/>
                <a:ext cx="6916971" cy="257165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современную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цифровую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эпоху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люди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сталкиваются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информационной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перегрузкой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обилием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отвлекающих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факторов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Это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приводит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снижению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концентрации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накоплению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невыполненных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задач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постоянному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стрессу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Существующие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планировщики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часто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не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способны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удержать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долгосрочную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мотивацию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пользователя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так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как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им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не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хватает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элемента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вовлечения</a:t>
                </a:r>
                <a:r>
                  <a:rPr lang="en-US" altLang="ru-RU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p:grpSp>
      </p:grpSp>
      <p:pic>
        <p:nvPicPr>
          <p:cNvPr id="2" name="图形 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2085" y="1888490"/>
            <a:ext cx="1422400" cy="37299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117600" y="307673"/>
            <a:ext cx="59159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4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Решение проблемы</a:t>
            </a:r>
          </a:p>
        </p:txBody>
      </p:sp>
      <p:sp>
        <p:nvSpPr>
          <p:cNvPr id="30" name="矩形 29"/>
          <p:cNvSpPr/>
          <p:nvPr/>
        </p:nvSpPr>
        <p:spPr>
          <a:xfrm>
            <a:off x="1117600" y="953135"/>
            <a:ext cx="9784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Мы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предлагаем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решение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через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мотивацию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геймификацию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Наше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трансформирует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рутинные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элементы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игры</a:t>
            </a:r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736712" y="1774823"/>
            <a:ext cx="11366797" cy="4186556"/>
            <a:chOff x="773336" y="1774786"/>
            <a:chExt cx="10924384" cy="4186443"/>
          </a:xfrm>
        </p:grpSpPr>
        <p:cxnSp>
          <p:nvCxnSpPr>
            <p:cNvPr id="37" name="直接连接符 1"/>
            <p:cNvCxnSpPr/>
            <p:nvPr/>
          </p:nvCxnSpPr>
          <p:spPr>
            <a:xfrm>
              <a:off x="911941" y="3159333"/>
              <a:ext cx="3797192" cy="0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2"/>
            <p:cNvSpPr txBox="1"/>
            <p:nvPr/>
          </p:nvSpPr>
          <p:spPr>
            <a:xfrm>
              <a:off x="773336" y="1904957"/>
              <a:ext cx="4589952" cy="1077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altLang="zh-CN" sz="3200" dirty="0">
                  <a:solidFill>
                    <a:schemeClr val="accen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Почему наша система эффективна?</a:t>
              </a:r>
            </a:p>
          </p:txBody>
        </p:sp>
        <p:sp>
          <p:nvSpPr>
            <p:cNvPr id="41" name="TextBox 15"/>
            <p:cNvSpPr txBox="1"/>
            <p:nvPr/>
          </p:nvSpPr>
          <p:spPr>
            <a:xfrm>
              <a:off x="821548" y="3783232"/>
              <a:ext cx="4025439" cy="20459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Внедрение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игровых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элементов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—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очков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опыта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уровней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целей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ru-RU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и создание правильной атмосферы 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— </a:t>
              </a:r>
              <a:r>
                <a:rPr lang="ru-RU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дает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постоянное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ощущение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прогресса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и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вознаграждает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за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каждое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выполненное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действие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Это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помогает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преодолеть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психологический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барьер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мешающий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начать</a:t>
              </a:r>
              <a:r>
                <a:rPr lang="en-US" altLang="ru-RU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работу</a:t>
              </a:r>
            </a:p>
          </p:txBody>
        </p:sp>
        <p:sp>
          <p:nvSpPr>
            <p:cNvPr id="42" name="TextBox 16"/>
            <p:cNvSpPr txBox="1"/>
            <p:nvPr/>
          </p:nvSpPr>
          <p:spPr>
            <a:xfrm>
              <a:off x="821549" y="3251117"/>
              <a:ext cx="3900330" cy="5321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Повышени</a:t>
              </a:r>
              <a:r>
                <a:rPr lang="ru-RU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е</a:t>
              </a:r>
              <a:r>
                <a:rPr lang="en-US" altLang="ru-RU" sz="2000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мотивации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958709" y="1774786"/>
              <a:ext cx="4739011" cy="3986393"/>
              <a:chOff x="7345852" y="1774786"/>
              <a:chExt cx="4739011" cy="3986393"/>
            </a:xfrm>
          </p:grpSpPr>
          <p:sp>
            <p:nvSpPr>
              <p:cNvPr id="32" name="八角形 12"/>
              <p:cNvSpPr/>
              <p:nvPr>
                <p:custDataLst>
                  <p:tags r:id="rId3"/>
                </p:custDataLst>
              </p:nvPr>
            </p:nvSpPr>
            <p:spPr>
              <a:xfrm>
                <a:off x="7345852" y="2032276"/>
                <a:ext cx="945243" cy="945243"/>
              </a:xfrm>
              <a:prstGeom prst="octagon">
                <a:avLst>
                  <a:gd name="adj" fmla="val 2122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9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八角形 12"/>
              <p:cNvSpPr/>
              <p:nvPr>
                <p:custDataLst>
                  <p:tags r:id="rId4"/>
                </p:custDataLst>
              </p:nvPr>
            </p:nvSpPr>
            <p:spPr>
              <a:xfrm>
                <a:off x="7345852" y="3424106"/>
                <a:ext cx="945243" cy="945243"/>
              </a:xfrm>
              <a:prstGeom prst="octagon">
                <a:avLst>
                  <a:gd name="adj" fmla="val 23915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9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八角形 12"/>
              <p:cNvSpPr/>
              <p:nvPr>
                <p:custDataLst>
                  <p:tags r:id="rId5"/>
                </p:custDataLst>
              </p:nvPr>
            </p:nvSpPr>
            <p:spPr>
              <a:xfrm>
                <a:off x="7345852" y="4815936"/>
                <a:ext cx="945243" cy="945243"/>
              </a:xfrm>
              <a:prstGeom prst="octagon">
                <a:avLst>
                  <a:gd name="adj" fmla="val 1854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TextBox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495629" y="2220544"/>
                <a:ext cx="3407220" cy="894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Пользователь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получает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доступ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признанным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методикам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тайм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менеджмента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которые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помогают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упорядочить</a:t>
                </a:r>
                <a:r>
                  <a:rPr lang="en-US" altLang="ru-RU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дела</a:t>
                </a:r>
              </a:p>
            </p:txBody>
          </p:sp>
          <p:sp>
            <p:nvSpPr>
              <p:cNvPr id="44" name="TextBox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495837" y="1774786"/>
                <a:ext cx="2786380" cy="506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altLang="zh-CN" sz="2000" dirty="0">
                    <a:solidFill>
                      <a:schemeClr val="accent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эффективные методики</a:t>
                </a:r>
              </a:p>
            </p:txBody>
          </p:sp>
          <p:sp>
            <p:nvSpPr>
              <p:cNvPr id="46" name="TextBox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495629" y="3731803"/>
                <a:ext cx="3407220" cy="894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Способствует повышению внимания и вовлеченности пользователя, путём создания нужной атмосферы</a:t>
                </a:r>
              </a:p>
            </p:txBody>
          </p:sp>
          <p:sp>
            <p:nvSpPr>
              <p:cNvPr id="47" name="TextBox 1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495628" y="3286048"/>
                <a:ext cx="3589235" cy="506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altLang="en-US" sz="2000" dirty="0">
                    <a:solidFill>
                      <a:schemeClr val="accent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музыкальное сопровождение</a:t>
                </a:r>
              </a:p>
            </p:txBody>
          </p:sp>
          <p:sp>
            <p:nvSpPr>
              <p:cNvPr id="51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495868" y="5152415"/>
                <a:ext cx="2900323" cy="340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495629" y="4815721"/>
                <a:ext cx="3407220" cy="88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altLang="zh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система баллов и уведомления для пользователя</a:t>
                </a:r>
              </a:p>
            </p:txBody>
          </p:sp>
          <p:sp>
            <p:nvSpPr>
              <p:cNvPr id="53" name="Oval 101"/>
              <p:cNvSpPr/>
              <p:nvPr>
                <p:custDataLst>
                  <p:tags r:id="rId12"/>
                </p:custDataLst>
              </p:nvPr>
            </p:nvSpPr>
            <p:spPr>
              <a:xfrm>
                <a:off x="7621386" y="2317523"/>
                <a:ext cx="394175" cy="374749"/>
              </a:xfrm>
              <a:custGeom>
                <a:avLst/>
                <a:gdLst>
                  <a:gd name="connsiteX0" fmla="*/ 297761 w 469019"/>
                  <a:gd name="connsiteY0" fmla="*/ 245968 h 445905"/>
                  <a:gd name="connsiteX1" fmla="*/ 313002 w 469019"/>
                  <a:gd name="connsiteY1" fmla="*/ 261209 h 445905"/>
                  <a:gd name="connsiteX2" fmla="*/ 313002 w 469019"/>
                  <a:gd name="connsiteY2" fmla="*/ 355371 h 445905"/>
                  <a:gd name="connsiteX3" fmla="*/ 297761 w 469019"/>
                  <a:gd name="connsiteY3" fmla="*/ 370612 h 445905"/>
                  <a:gd name="connsiteX4" fmla="*/ 282520 w 469019"/>
                  <a:gd name="connsiteY4" fmla="*/ 355371 h 445905"/>
                  <a:gd name="connsiteX5" fmla="*/ 282520 w 469019"/>
                  <a:gd name="connsiteY5" fmla="*/ 261209 h 445905"/>
                  <a:gd name="connsiteX6" fmla="*/ 297761 w 469019"/>
                  <a:gd name="connsiteY6" fmla="*/ 245968 h 445905"/>
                  <a:gd name="connsiteX7" fmla="*/ 115823 w 469019"/>
                  <a:gd name="connsiteY7" fmla="*/ 245968 h 445905"/>
                  <a:gd name="connsiteX8" fmla="*/ 131064 w 469019"/>
                  <a:gd name="connsiteY8" fmla="*/ 261209 h 445905"/>
                  <a:gd name="connsiteX9" fmla="*/ 131064 w 469019"/>
                  <a:gd name="connsiteY9" fmla="*/ 355371 h 445905"/>
                  <a:gd name="connsiteX10" fmla="*/ 115823 w 469019"/>
                  <a:gd name="connsiteY10" fmla="*/ 370612 h 445905"/>
                  <a:gd name="connsiteX11" fmla="*/ 100582 w 469019"/>
                  <a:gd name="connsiteY11" fmla="*/ 355371 h 445905"/>
                  <a:gd name="connsiteX12" fmla="*/ 100582 w 469019"/>
                  <a:gd name="connsiteY12" fmla="*/ 261209 h 445905"/>
                  <a:gd name="connsiteX13" fmla="*/ 115823 w 469019"/>
                  <a:gd name="connsiteY13" fmla="*/ 245968 h 445905"/>
                  <a:gd name="connsiteX14" fmla="*/ 388016 w 469019"/>
                  <a:gd name="connsiteY14" fmla="*/ 181955 h 445905"/>
                  <a:gd name="connsiteX15" fmla="*/ 403257 w 469019"/>
                  <a:gd name="connsiteY15" fmla="*/ 197196 h 445905"/>
                  <a:gd name="connsiteX16" fmla="*/ 403257 w 469019"/>
                  <a:gd name="connsiteY16" fmla="*/ 355371 h 445905"/>
                  <a:gd name="connsiteX17" fmla="*/ 388016 w 469019"/>
                  <a:gd name="connsiteY17" fmla="*/ 370612 h 445905"/>
                  <a:gd name="connsiteX18" fmla="*/ 372775 w 469019"/>
                  <a:gd name="connsiteY18" fmla="*/ 355371 h 445905"/>
                  <a:gd name="connsiteX19" fmla="*/ 372775 w 469019"/>
                  <a:gd name="connsiteY19" fmla="*/ 197196 h 445905"/>
                  <a:gd name="connsiteX20" fmla="*/ 388016 w 469019"/>
                  <a:gd name="connsiteY20" fmla="*/ 181955 h 445905"/>
                  <a:gd name="connsiteX21" fmla="*/ 206935 w 469019"/>
                  <a:gd name="connsiteY21" fmla="*/ 181955 h 445905"/>
                  <a:gd name="connsiteX22" fmla="*/ 222176 w 469019"/>
                  <a:gd name="connsiteY22" fmla="*/ 197196 h 445905"/>
                  <a:gd name="connsiteX23" fmla="*/ 222176 w 469019"/>
                  <a:gd name="connsiteY23" fmla="*/ 355371 h 445905"/>
                  <a:gd name="connsiteX24" fmla="*/ 206935 w 469019"/>
                  <a:gd name="connsiteY24" fmla="*/ 370612 h 445905"/>
                  <a:gd name="connsiteX25" fmla="*/ 191694 w 469019"/>
                  <a:gd name="connsiteY25" fmla="*/ 355371 h 445905"/>
                  <a:gd name="connsiteX26" fmla="*/ 191694 w 469019"/>
                  <a:gd name="connsiteY26" fmla="*/ 197196 h 445905"/>
                  <a:gd name="connsiteX27" fmla="*/ 206935 w 469019"/>
                  <a:gd name="connsiteY27" fmla="*/ 181955 h 445905"/>
                  <a:gd name="connsiteX28" fmla="*/ 421093 w 469019"/>
                  <a:gd name="connsiteY28" fmla="*/ 43588 h 445905"/>
                  <a:gd name="connsiteX29" fmla="*/ 431738 w 469019"/>
                  <a:gd name="connsiteY29" fmla="*/ 50404 h 445905"/>
                  <a:gd name="connsiteX30" fmla="*/ 427642 w 469019"/>
                  <a:gd name="connsiteY30" fmla="*/ 73409 h 445905"/>
                  <a:gd name="connsiteX31" fmla="*/ 296856 w 469019"/>
                  <a:gd name="connsiteY31" fmla="*/ 164856 h 445905"/>
                  <a:gd name="connsiteX32" fmla="*/ 292284 w 469019"/>
                  <a:gd name="connsiteY32" fmla="*/ 167000 h 445905"/>
                  <a:gd name="connsiteX33" fmla="*/ 280996 w 469019"/>
                  <a:gd name="connsiteY33" fmla="*/ 167000 h 445905"/>
                  <a:gd name="connsiteX34" fmla="*/ 277043 w 469019"/>
                  <a:gd name="connsiteY34" fmla="*/ 163951 h 445905"/>
                  <a:gd name="connsiteX35" fmla="*/ 202982 w 469019"/>
                  <a:gd name="connsiteY35" fmla="*/ 83173 h 445905"/>
                  <a:gd name="connsiteX36" fmla="*/ 78292 w 469019"/>
                  <a:gd name="connsiteY36" fmla="*/ 170048 h 445905"/>
                  <a:gd name="connsiteX37" fmla="*/ 78292 w 469019"/>
                  <a:gd name="connsiteY37" fmla="*/ 168857 h 445905"/>
                  <a:gd name="connsiteX38" fmla="*/ 55288 w 469019"/>
                  <a:gd name="connsiteY38" fmla="*/ 164713 h 445905"/>
                  <a:gd name="connsiteX39" fmla="*/ 59431 w 469019"/>
                  <a:gd name="connsiteY39" fmla="*/ 141709 h 445905"/>
                  <a:gd name="connsiteX40" fmla="*/ 192313 w 469019"/>
                  <a:gd name="connsiteY40" fmla="*/ 50262 h 445905"/>
                  <a:gd name="connsiteX41" fmla="*/ 196599 w 469019"/>
                  <a:gd name="connsiteY41" fmla="*/ 48452 h 445905"/>
                  <a:gd name="connsiteX42" fmla="*/ 217937 w 469019"/>
                  <a:gd name="connsiteY42" fmla="*/ 50547 h 445905"/>
                  <a:gd name="connsiteX43" fmla="*/ 286807 w 469019"/>
                  <a:gd name="connsiteY43" fmla="*/ 130754 h 445905"/>
                  <a:gd name="connsiteX44" fmla="*/ 408734 w 469019"/>
                  <a:gd name="connsiteY44" fmla="*/ 46308 h 445905"/>
                  <a:gd name="connsiteX45" fmla="*/ 421093 w 469019"/>
                  <a:gd name="connsiteY45" fmla="*/ 43588 h 445905"/>
                  <a:gd name="connsiteX46" fmla="*/ 15239 w 469019"/>
                  <a:gd name="connsiteY46" fmla="*/ 0 h 445905"/>
                  <a:gd name="connsiteX47" fmla="*/ 30478 w 469019"/>
                  <a:gd name="connsiteY47" fmla="*/ 15240 h 445905"/>
                  <a:gd name="connsiteX48" fmla="*/ 30478 w 469019"/>
                  <a:gd name="connsiteY48" fmla="*/ 354467 h 445905"/>
                  <a:gd name="connsiteX49" fmla="*/ 91433 w 469019"/>
                  <a:gd name="connsiteY49" fmla="*/ 415426 h 445905"/>
                  <a:gd name="connsiteX50" fmla="*/ 453781 w 469019"/>
                  <a:gd name="connsiteY50" fmla="*/ 415426 h 445905"/>
                  <a:gd name="connsiteX51" fmla="*/ 469019 w 469019"/>
                  <a:gd name="connsiteY51" fmla="*/ 430666 h 445905"/>
                  <a:gd name="connsiteX52" fmla="*/ 453781 w 469019"/>
                  <a:gd name="connsiteY52" fmla="*/ 445905 h 445905"/>
                  <a:gd name="connsiteX53" fmla="*/ 91433 w 469019"/>
                  <a:gd name="connsiteY53" fmla="*/ 445905 h 445905"/>
                  <a:gd name="connsiteX54" fmla="*/ 0 w 469019"/>
                  <a:gd name="connsiteY54" fmla="*/ 354467 h 445905"/>
                  <a:gd name="connsiteX55" fmla="*/ 0 w 469019"/>
                  <a:gd name="connsiteY55" fmla="*/ 15240 h 445905"/>
                  <a:gd name="connsiteX56" fmla="*/ 15239 w 469019"/>
                  <a:gd name="connsiteY56" fmla="*/ 0 h 445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469019" h="445905">
                    <a:moveTo>
                      <a:pt x="297761" y="245968"/>
                    </a:moveTo>
                    <a:cubicBezTo>
                      <a:pt x="306191" y="245968"/>
                      <a:pt x="313002" y="252779"/>
                      <a:pt x="313002" y="261209"/>
                    </a:cubicBezTo>
                    <a:lnTo>
                      <a:pt x="313002" y="355371"/>
                    </a:lnTo>
                    <a:cubicBezTo>
                      <a:pt x="313002" y="363801"/>
                      <a:pt x="306191" y="370612"/>
                      <a:pt x="297761" y="370612"/>
                    </a:cubicBezTo>
                    <a:cubicBezTo>
                      <a:pt x="289379" y="370612"/>
                      <a:pt x="282520" y="363801"/>
                      <a:pt x="282520" y="355371"/>
                    </a:cubicBezTo>
                    <a:lnTo>
                      <a:pt x="282520" y="261209"/>
                    </a:lnTo>
                    <a:cubicBezTo>
                      <a:pt x="282520" y="252779"/>
                      <a:pt x="289379" y="245968"/>
                      <a:pt x="297761" y="245968"/>
                    </a:cubicBezTo>
                    <a:close/>
                    <a:moveTo>
                      <a:pt x="115823" y="245968"/>
                    </a:moveTo>
                    <a:cubicBezTo>
                      <a:pt x="124205" y="245968"/>
                      <a:pt x="131064" y="252779"/>
                      <a:pt x="131064" y="261209"/>
                    </a:cubicBezTo>
                    <a:lnTo>
                      <a:pt x="131064" y="355371"/>
                    </a:lnTo>
                    <a:cubicBezTo>
                      <a:pt x="131064" y="363801"/>
                      <a:pt x="124205" y="370612"/>
                      <a:pt x="115823" y="370612"/>
                    </a:cubicBezTo>
                    <a:cubicBezTo>
                      <a:pt x="107393" y="370612"/>
                      <a:pt x="100582" y="363801"/>
                      <a:pt x="100582" y="355371"/>
                    </a:cubicBezTo>
                    <a:lnTo>
                      <a:pt x="100582" y="261209"/>
                    </a:lnTo>
                    <a:cubicBezTo>
                      <a:pt x="100582" y="252779"/>
                      <a:pt x="107393" y="245968"/>
                      <a:pt x="115823" y="245968"/>
                    </a:cubicBezTo>
                    <a:close/>
                    <a:moveTo>
                      <a:pt x="388016" y="181955"/>
                    </a:moveTo>
                    <a:cubicBezTo>
                      <a:pt x="396446" y="181955"/>
                      <a:pt x="403257" y="188766"/>
                      <a:pt x="403257" y="197196"/>
                    </a:cubicBezTo>
                    <a:lnTo>
                      <a:pt x="403257" y="355371"/>
                    </a:lnTo>
                    <a:cubicBezTo>
                      <a:pt x="403257" y="363801"/>
                      <a:pt x="396446" y="370612"/>
                      <a:pt x="388016" y="370612"/>
                    </a:cubicBezTo>
                    <a:cubicBezTo>
                      <a:pt x="379586" y="370612"/>
                      <a:pt x="372775" y="363801"/>
                      <a:pt x="372775" y="355371"/>
                    </a:cubicBezTo>
                    <a:lnTo>
                      <a:pt x="372775" y="197196"/>
                    </a:lnTo>
                    <a:cubicBezTo>
                      <a:pt x="372775" y="188766"/>
                      <a:pt x="379586" y="181955"/>
                      <a:pt x="388016" y="181955"/>
                    </a:cubicBezTo>
                    <a:close/>
                    <a:moveTo>
                      <a:pt x="206935" y="181955"/>
                    </a:moveTo>
                    <a:cubicBezTo>
                      <a:pt x="215365" y="181955"/>
                      <a:pt x="222176" y="188766"/>
                      <a:pt x="222176" y="197196"/>
                    </a:cubicBezTo>
                    <a:lnTo>
                      <a:pt x="222176" y="355371"/>
                    </a:lnTo>
                    <a:cubicBezTo>
                      <a:pt x="222176" y="363801"/>
                      <a:pt x="215365" y="370612"/>
                      <a:pt x="206935" y="370612"/>
                    </a:cubicBezTo>
                    <a:cubicBezTo>
                      <a:pt x="198505" y="370612"/>
                      <a:pt x="191694" y="363801"/>
                      <a:pt x="191694" y="355371"/>
                    </a:cubicBezTo>
                    <a:lnTo>
                      <a:pt x="191694" y="197196"/>
                    </a:lnTo>
                    <a:cubicBezTo>
                      <a:pt x="191694" y="188766"/>
                      <a:pt x="198505" y="181955"/>
                      <a:pt x="206935" y="181955"/>
                    </a:cubicBezTo>
                    <a:close/>
                    <a:moveTo>
                      <a:pt x="421093" y="43588"/>
                    </a:moveTo>
                    <a:cubicBezTo>
                      <a:pt x="425261" y="44332"/>
                      <a:pt x="429143" y="46666"/>
                      <a:pt x="431738" y="50404"/>
                    </a:cubicBezTo>
                    <a:cubicBezTo>
                      <a:pt x="436977" y="57882"/>
                      <a:pt x="435120" y="68218"/>
                      <a:pt x="427642" y="73409"/>
                    </a:cubicBezTo>
                    <a:lnTo>
                      <a:pt x="296856" y="164856"/>
                    </a:lnTo>
                    <a:cubicBezTo>
                      <a:pt x="295475" y="165809"/>
                      <a:pt x="293903" y="166523"/>
                      <a:pt x="292284" y="167000"/>
                    </a:cubicBezTo>
                    <a:lnTo>
                      <a:pt x="280996" y="167000"/>
                    </a:lnTo>
                    <a:cubicBezTo>
                      <a:pt x="279567" y="166190"/>
                      <a:pt x="278186" y="165190"/>
                      <a:pt x="277043" y="163951"/>
                    </a:cubicBezTo>
                    <a:lnTo>
                      <a:pt x="202982" y="83173"/>
                    </a:lnTo>
                    <a:lnTo>
                      <a:pt x="78292" y="170048"/>
                    </a:lnTo>
                    <a:lnTo>
                      <a:pt x="78292" y="168857"/>
                    </a:lnTo>
                    <a:cubicBezTo>
                      <a:pt x="70814" y="174049"/>
                      <a:pt x="60527" y="172191"/>
                      <a:pt x="55288" y="164713"/>
                    </a:cubicBezTo>
                    <a:cubicBezTo>
                      <a:pt x="50096" y="157236"/>
                      <a:pt x="51906" y="146948"/>
                      <a:pt x="59431" y="141709"/>
                    </a:cubicBezTo>
                    <a:lnTo>
                      <a:pt x="192313" y="50262"/>
                    </a:lnTo>
                    <a:cubicBezTo>
                      <a:pt x="193647" y="49452"/>
                      <a:pt x="195075" y="48833"/>
                      <a:pt x="196599" y="48452"/>
                    </a:cubicBezTo>
                    <a:cubicBezTo>
                      <a:pt x="203267" y="43784"/>
                      <a:pt x="212317" y="44689"/>
                      <a:pt x="217937" y="50547"/>
                    </a:cubicBezTo>
                    <a:lnTo>
                      <a:pt x="286807" y="130754"/>
                    </a:lnTo>
                    <a:lnTo>
                      <a:pt x="408734" y="46308"/>
                    </a:lnTo>
                    <a:cubicBezTo>
                      <a:pt x="412472" y="43689"/>
                      <a:pt x="416926" y="42843"/>
                      <a:pt x="421093" y="43588"/>
                    </a:cubicBezTo>
                    <a:close/>
                    <a:moveTo>
                      <a:pt x="15239" y="0"/>
                    </a:moveTo>
                    <a:cubicBezTo>
                      <a:pt x="23620" y="0"/>
                      <a:pt x="30478" y="6811"/>
                      <a:pt x="30478" y="15240"/>
                    </a:cubicBezTo>
                    <a:lnTo>
                      <a:pt x="30478" y="354467"/>
                    </a:lnTo>
                    <a:cubicBezTo>
                      <a:pt x="30478" y="388137"/>
                      <a:pt x="57764" y="415426"/>
                      <a:pt x="91433" y="415426"/>
                    </a:cubicBezTo>
                    <a:lnTo>
                      <a:pt x="453781" y="415426"/>
                    </a:lnTo>
                    <a:cubicBezTo>
                      <a:pt x="462209" y="415426"/>
                      <a:pt x="469019" y="422236"/>
                      <a:pt x="469019" y="430666"/>
                    </a:cubicBezTo>
                    <a:cubicBezTo>
                      <a:pt x="469019" y="439095"/>
                      <a:pt x="462209" y="445905"/>
                      <a:pt x="453781" y="445905"/>
                    </a:cubicBezTo>
                    <a:lnTo>
                      <a:pt x="91433" y="445905"/>
                    </a:lnTo>
                    <a:cubicBezTo>
                      <a:pt x="40907" y="445905"/>
                      <a:pt x="0" y="404996"/>
                      <a:pt x="0" y="354467"/>
                    </a:cubicBezTo>
                    <a:lnTo>
                      <a:pt x="0" y="15240"/>
                    </a:lnTo>
                    <a:cubicBezTo>
                      <a:pt x="0" y="6811"/>
                      <a:pt x="6810" y="0"/>
                      <a:pt x="1523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Oval 101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9814" y="3699640"/>
                <a:ext cx="377320" cy="394175"/>
              </a:xfrm>
              <a:custGeom>
                <a:avLst/>
                <a:gdLst>
                  <a:gd name="connsiteX0" fmla="*/ 255665 w 510782"/>
                  <a:gd name="connsiteY0" fmla="*/ 240487 h 533598"/>
                  <a:gd name="connsiteX1" fmla="*/ 229376 w 510782"/>
                  <a:gd name="connsiteY1" fmla="*/ 266776 h 533598"/>
                  <a:gd name="connsiteX2" fmla="*/ 255665 w 510782"/>
                  <a:gd name="connsiteY2" fmla="*/ 293112 h 533598"/>
                  <a:gd name="connsiteX3" fmla="*/ 282002 w 510782"/>
                  <a:gd name="connsiteY3" fmla="*/ 266776 h 533598"/>
                  <a:gd name="connsiteX4" fmla="*/ 255665 w 510782"/>
                  <a:gd name="connsiteY4" fmla="*/ 240487 h 533598"/>
                  <a:gd name="connsiteX5" fmla="*/ 255665 w 510782"/>
                  <a:gd name="connsiteY5" fmla="*/ 212388 h 533598"/>
                  <a:gd name="connsiteX6" fmla="*/ 310100 w 510782"/>
                  <a:gd name="connsiteY6" fmla="*/ 266776 h 533598"/>
                  <a:gd name="connsiteX7" fmla="*/ 255665 w 510782"/>
                  <a:gd name="connsiteY7" fmla="*/ 321211 h 533598"/>
                  <a:gd name="connsiteX8" fmla="*/ 201277 w 510782"/>
                  <a:gd name="connsiteY8" fmla="*/ 266776 h 533598"/>
                  <a:gd name="connsiteX9" fmla="*/ 255665 w 510782"/>
                  <a:gd name="connsiteY9" fmla="*/ 212388 h 533598"/>
                  <a:gd name="connsiteX10" fmla="*/ 249104 w 510782"/>
                  <a:gd name="connsiteY10" fmla="*/ 167657 h 533598"/>
                  <a:gd name="connsiteX11" fmla="*/ 228389 w 510782"/>
                  <a:gd name="connsiteY11" fmla="*/ 188371 h 533598"/>
                  <a:gd name="connsiteX12" fmla="*/ 218437 w 510782"/>
                  <a:gd name="connsiteY12" fmla="*/ 192466 h 533598"/>
                  <a:gd name="connsiteX13" fmla="*/ 190103 w 510782"/>
                  <a:gd name="connsiteY13" fmla="*/ 192466 h 533598"/>
                  <a:gd name="connsiteX14" fmla="*/ 181103 w 510782"/>
                  <a:gd name="connsiteY14" fmla="*/ 201466 h 533598"/>
                  <a:gd name="connsiteX15" fmla="*/ 181103 w 510782"/>
                  <a:gd name="connsiteY15" fmla="*/ 229799 h 533598"/>
                  <a:gd name="connsiteX16" fmla="*/ 177008 w 510782"/>
                  <a:gd name="connsiteY16" fmla="*/ 239751 h 533598"/>
                  <a:gd name="connsiteX17" fmla="*/ 156294 w 510782"/>
                  <a:gd name="connsiteY17" fmla="*/ 260465 h 533598"/>
                  <a:gd name="connsiteX18" fmla="*/ 156294 w 510782"/>
                  <a:gd name="connsiteY18" fmla="*/ 273132 h 533598"/>
                  <a:gd name="connsiteX19" fmla="*/ 177008 w 510782"/>
                  <a:gd name="connsiteY19" fmla="*/ 293846 h 533598"/>
                  <a:gd name="connsiteX20" fmla="*/ 181103 w 510782"/>
                  <a:gd name="connsiteY20" fmla="*/ 303798 h 533598"/>
                  <a:gd name="connsiteX21" fmla="*/ 181103 w 510782"/>
                  <a:gd name="connsiteY21" fmla="*/ 332655 h 533598"/>
                  <a:gd name="connsiteX22" fmla="*/ 190103 w 510782"/>
                  <a:gd name="connsiteY22" fmla="*/ 341654 h 533598"/>
                  <a:gd name="connsiteX23" fmla="*/ 218961 w 510782"/>
                  <a:gd name="connsiteY23" fmla="*/ 341654 h 533598"/>
                  <a:gd name="connsiteX24" fmla="*/ 228913 w 510782"/>
                  <a:gd name="connsiteY24" fmla="*/ 345749 h 533598"/>
                  <a:gd name="connsiteX25" fmla="*/ 249056 w 510782"/>
                  <a:gd name="connsiteY25" fmla="*/ 365844 h 533598"/>
                  <a:gd name="connsiteX26" fmla="*/ 261770 w 510782"/>
                  <a:gd name="connsiteY26" fmla="*/ 365844 h 533598"/>
                  <a:gd name="connsiteX27" fmla="*/ 281913 w 510782"/>
                  <a:gd name="connsiteY27" fmla="*/ 345749 h 533598"/>
                  <a:gd name="connsiteX28" fmla="*/ 291818 w 510782"/>
                  <a:gd name="connsiteY28" fmla="*/ 341654 h 533598"/>
                  <a:gd name="connsiteX29" fmla="*/ 321294 w 510782"/>
                  <a:gd name="connsiteY29" fmla="*/ 341654 h 533598"/>
                  <a:gd name="connsiteX30" fmla="*/ 330294 w 510782"/>
                  <a:gd name="connsiteY30" fmla="*/ 332655 h 533598"/>
                  <a:gd name="connsiteX31" fmla="*/ 330294 w 510782"/>
                  <a:gd name="connsiteY31" fmla="*/ 303179 h 533598"/>
                  <a:gd name="connsiteX32" fmla="*/ 334389 w 510782"/>
                  <a:gd name="connsiteY32" fmla="*/ 293227 h 533598"/>
                  <a:gd name="connsiteX33" fmla="*/ 354532 w 510782"/>
                  <a:gd name="connsiteY33" fmla="*/ 273132 h 533598"/>
                  <a:gd name="connsiteX34" fmla="*/ 354484 w 510782"/>
                  <a:gd name="connsiteY34" fmla="*/ 260370 h 533598"/>
                  <a:gd name="connsiteX35" fmla="*/ 334389 w 510782"/>
                  <a:gd name="connsiteY35" fmla="*/ 240275 h 533598"/>
                  <a:gd name="connsiteX36" fmla="*/ 330294 w 510782"/>
                  <a:gd name="connsiteY36" fmla="*/ 230323 h 533598"/>
                  <a:gd name="connsiteX37" fmla="*/ 330294 w 510782"/>
                  <a:gd name="connsiteY37" fmla="*/ 201466 h 533598"/>
                  <a:gd name="connsiteX38" fmla="*/ 321294 w 510782"/>
                  <a:gd name="connsiteY38" fmla="*/ 192466 h 533598"/>
                  <a:gd name="connsiteX39" fmla="*/ 292437 w 510782"/>
                  <a:gd name="connsiteY39" fmla="*/ 192466 h 533598"/>
                  <a:gd name="connsiteX40" fmla="*/ 282485 w 510782"/>
                  <a:gd name="connsiteY40" fmla="*/ 188371 h 533598"/>
                  <a:gd name="connsiteX41" fmla="*/ 261770 w 510782"/>
                  <a:gd name="connsiteY41" fmla="*/ 167657 h 533598"/>
                  <a:gd name="connsiteX42" fmla="*/ 249104 w 510782"/>
                  <a:gd name="connsiteY42" fmla="*/ 167657 h 533598"/>
                  <a:gd name="connsiteX43" fmla="*/ 255342 w 510782"/>
                  <a:gd name="connsiteY43" fmla="*/ 136896 h 533598"/>
                  <a:gd name="connsiteX44" fmla="*/ 281580 w 510782"/>
                  <a:gd name="connsiteY44" fmla="*/ 147705 h 533598"/>
                  <a:gd name="connsiteX45" fmla="*/ 298199 w 510782"/>
                  <a:gd name="connsiteY45" fmla="*/ 164276 h 533598"/>
                  <a:gd name="connsiteX46" fmla="*/ 321246 w 510782"/>
                  <a:gd name="connsiteY46" fmla="*/ 164276 h 533598"/>
                  <a:gd name="connsiteX47" fmla="*/ 358389 w 510782"/>
                  <a:gd name="connsiteY47" fmla="*/ 201419 h 533598"/>
                  <a:gd name="connsiteX48" fmla="*/ 358389 w 510782"/>
                  <a:gd name="connsiteY48" fmla="*/ 224514 h 533598"/>
                  <a:gd name="connsiteX49" fmla="*/ 374389 w 510782"/>
                  <a:gd name="connsiteY49" fmla="*/ 240513 h 533598"/>
                  <a:gd name="connsiteX50" fmla="*/ 374389 w 510782"/>
                  <a:gd name="connsiteY50" fmla="*/ 292989 h 533598"/>
                  <a:gd name="connsiteX51" fmla="*/ 358389 w 510782"/>
                  <a:gd name="connsiteY51" fmla="*/ 309036 h 533598"/>
                  <a:gd name="connsiteX52" fmla="*/ 358389 w 510782"/>
                  <a:gd name="connsiteY52" fmla="*/ 332702 h 533598"/>
                  <a:gd name="connsiteX53" fmla="*/ 321246 w 510782"/>
                  <a:gd name="connsiteY53" fmla="*/ 369844 h 533598"/>
                  <a:gd name="connsiteX54" fmla="*/ 297627 w 510782"/>
                  <a:gd name="connsiteY54" fmla="*/ 369844 h 533598"/>
                  <a:gd name="connsiteX55" fmla="*/ 281580 w 510782"/>
                  <a:gd name="connsiteY55" fmla="*/ 385844 h 533598"/>
                  <a:gd name="connsiteX56" fmla="*/ 255342 w 510782"/>
                  <a:gd name="connsiteY56" fmla="*/ 396701 h 533598"/>
                  <a:gd name="connsiteX57" fmla="*/ 229104 w 510782"/>
                  <a:gd name="connsiteY57" fmla="*/ 385844 h 533598"/>
                  <a:gd name="connsiteX58" fmla="*/ 213104 w 510782"/>
                  <a:gd name="connsiteY58" fmla="*/ 369844 h 533598"/>
                  <a:gd name="connsiteX59" fmla="*/ 190056 w 510782"/>
                  <a:gd name="connsiteY59" fmla="*/ 369844 h 533598"/>
                  <a:gd name="connsiteX60" fmla="*/ 152913 w 510782"/>
                  <a:gd name="connsiteY60" fmla="*/ 332702 h 533598"/>
                  <a:gd name="connsiteX61" fmla="*/ 152913 w 510782"/>
                  <a:gd name="connsiteY61" fmla="*/ 309607 h 533598"/>
                  <a:gd name="connsiteX62" fmla="*/ 136294 w 510782"/>
                  <a:gd name="connsiteY62" fmla="*/ 292989 h 533598"/>
                  <a:gd name="connsiteX63" fmla="*/ 136294 w 510782"/>
                  <a:gd name="connsiteY63" fmla="*/ 240513 h 533598"/>
                  <a:gd name="connsiteX64" fmla="*/ 152865 w 510782"/>
                  <a:gd name="connsiteY64" fmla="*/ 223894 h 533598"/>
                  <a:gd name="connsiteX65" fmla="*/ 152865 w 510782"/>
                  <a:gd name="connsiteY65" fmla="*/ 201419 h 533598"/>
                  <a:gd name="connsiteX66" fmla="*/ 190008 w 510782"/>
                  <a:gd name="connsiteY66" fmla="*/ 164276 h 533598"/>
                  <a:gd name="connsiteX67" fmla="*/ 212485 w 510782"/>
                  <a:gd name="connsiteY67" fmla="*/ 164276 h 533598"/>
                  <a:gd name="connsiteX68" fmla="*/ 229104 w 510782"/>
                  <a:gd name="connsiteY68" fmla="*/ 147705 h 533598"/>
                  <a:gd name="connsiteX69" fmla="*/ 255342 w 510782"/>
                  <a:gd name="connsiteY69" fmla="*/ 136896 h 533598"/>
                  <a:gd name="connsiteX70" fmla="*/ 121243 w 510782"/>
                  <a:gd name="connsiteY70" fmla="*/ 32192 h 533598"/>
                  <a:gd name="connsiteX71" fmla="*/ 32144 w 510782"/>
                  <a:gd name="connsiteY71" fmla="*/ 121292 h 533598"/>
                  <a:gd name="connsiteX72" fmla="*/ 32144 w 510782"/>
                  <a:gd name="connsiteY72" fmla="*/ 412259 h 533598"/>
                  <a:gd name="connsiteX73" fmla="*/ 121243 w 510782"/>
                  <a:gd name="connsiteY73" fmla="*/ 501358 h 533598"/>
                  <a:gd name="connsiteX74" fmla="*/ 389444 w 510782"/>
                  <a:gd name="connsiteY74" fmla="*/ 501358 h 533598"/>
                  <a:gd name="connsiteX75" fmla="*/ 478590 w 510782"/>
                  <a:gd name="connsiteY75" fmla="*/ 412259 h 533598"/>
                  <a:gd name="connsiteX76" fmla="*/ 478495 w 510782"/>
                  <a:gd name="connsiteY76" fmla="*/ 412259 h 533598"/>
                  <a:gd name="connsiteX77" fmla="*/ 478495 w 510782"/>
                  <a:gd name="connsiteY77" fmla="*/ 121292 h 533598"/>
                  <a:gd name="connsiteX78" fmla="*/ 389397 w 510782"/>
                  <a:gd name="connsiteY78" fmla="*/ 32192 h 533598"/>
                  <a:gd name="connsiteX79" fmla="*/ 121243 w 510782"/>
                  <a:gd name="connsiteY79" fmla="*/ 0 h 533598"/>
                  <a:gd name="connsiteX80" fmla="*/ 389444 w 510782"/>
                  <a:gd name="connsiteY80" fmla="*/ 0 h 533598"/>
                  <a:gd name="connsiteX81" fmla="*/ 510782 w 510782"/>
                  <a:gd name="connsiteY81" fmla="*/ 121292 h 533598"/>
                  <a:gd name="connsiteX82" fmla="*/ 510782 w 510782"/>
                  <a:gd name="connsiteY82" fmla="*/ 412259 h 533598"/>
                  <a:gd name="connsiteX83" fmla="*/ 389444 w 510782"/>
                  <a:gd name="connsiteY83" fmla="*/ 533598 h 533598"/>
                  <a:gd name="connsiteX84" fmla="*/ 121290 w 510782"/>
                  <a:gd name="connsiteY84" fmla="*/ 533598 h 533598"/>
                  <a:gd name="connsiteX85" fmla="*/ 0 w 510782"/>
                  <a:gd name="connsiteY85" fmla="*/ 412259 h 533598"/>
                  <a:gd name="connsiteX86" fmla="*/ 0 w 510782"/>
                  <a:gd name="connsiteY86" fmla="*/ 121292 h 533598"/>
                  <a:gd name="connsiteX87" fmla="*/ 121243 w 510782"/>
                  <a:gd name="connsiteY87" fmla="*/ 0 h 533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510782" h="533598">
                    <a:moveTo>
                      <a:pt x="255665" y="240487"/>
                    </a:moveTo>
                    <a:cubicBezTo>
                      <a:pt x="241139" y="240487"/>
                      <a:pt x="229376" y="252250"/>
                      <a:pt x="229376" y="266776"/>
                    </a:cubicBezTo>
                    <a:cubicBezTo>
                      <a:pt x="229376" y="281301"/>
                      <a:pt x="241139" y="293112"/>
                      <a:pt x="255665" y="293112"/>
                    </a:cubicBezTo>
                    <a:cubicBezTo>
                      <a:pt x="270143" y="293112"/>
                      <a:pt x="282002" y="281301"/>
                      <a:pt x="282002" y="266776"/>
                    </a:cubicBezTo>
                    <a:cubicBezTo>
                      <a:pt x="282002" y="252250"/>
                      <a:pt x="270191" y="240487"/>
                      <a:pt x="255665" y="240487"/>
                    </a:cubicBezTo>
                    <a:close/>
                    <a:moveTo>
                      <a:pt x="255665" y="212388"/>
                    </a:moveTo>
                    <a:cubicBezTo>
                      <a:pt x="285669" y="212388"/>
                      <a:pt x="310100" y="236772"/>
                      <a:pt x="310100" y="266776"/>
                    </a:cubicBezTo>
                    <a:cubicBezTo>
                      <a:pt x="310100" y="296779"/>
                      <a:pt x="285669" y="321211"/>
                      <a:pt x="255665" y="321211"/>
                    </a:cubicBezTo>
                    <a:cubicBezTo>
                      <a:pt x="225661" y="321211"/>
                      <a:pt x="201277" y="296779"/>
                      <a:pt x="201277" y="266776"/>
                    </a:cubicBezTo>
                    <a:cubicBezTo>
                      <a:pt x="201277" y="236772"/>
                      <a:pt x="225661" y="212388"/>
                      <a:pt x="255665" y="212388"/>
                    </a:cubicBezTo>
                    <a:close/>
                    <a:moveTo>
                      <a:pt x="249104" y="167657"/>
                    </a:moveTo>
                    <a:lnTo>
                      <a:pt x="228389" y="188371"/>
                    </a:lnTo>
                    <a:cubicBezTo>
                      <a:pt x="225770" y="190990"/>
                      <a:pt x="222199" y="192466"/>
                      <a:pt x="218437" y="192466"/>
                    </a:cubicBezTo>
                    <a:lnTo>
                      <a:pt x="190103" y="192466"/>
                    </a:lnTo>
                    <a:cubicBezTo>
                      <a:pt x="185246" y="192466"/>
                      <a:pt x="181103" y="196562"/>
                      <a:pt x="181103" y="201466"/>
                    </a:cubicBezTo>
                    <a:lnTo>
                      <a:pt x="181103" y="229799"/>
                    </a:lnTo>
                    <a:cubicBezTo>
                      <a:pt x="181103" y="233561"/>
                      <a:pt x="179627" y="237132"/>
                      <a:pt x="177008" y="239751"/>
                    </a:cubicBezTo>
                    <a:lnTo>
                      <a:pt x="156294" y="260465"/>
                    </a:lnTo>
                    <a:cubicBezTo>
                      <a:pt x="152865" y="263846"/>
                      <a:pt x="152865" y="269656"/>
                      <a:pt x="156294" y="273132"/>
                    </a:cubicBezTo>
                    <a:lnTo>
                      <a:pt x="177008" y="293846"/>
                    </a:lnTo>
                    <a:cubicBezTo>
                      <a:pt x="179627" y="296465"/>
                      <a:pt x="181103" y="300036"/>
                      <a:pt x="181103" y="303798"/>
                    </a:cubicBezTo>
                    <a:lnTo>
                      <a:pt x="181103" y="332655"/>
                    </a:lnTo>
                    <a:cubicBezTo>
                      <a:pt x="181103" y="337512"/>
                      <a:pt x="185246" y="341654"/>
                      <a:pt x="190103" y="341654"/>
                    </a:cubicBezTo>
                    <a:lnTo>
                      <a:pt x="218961" y="341654"/>
                    </a:lnTo>
                    <a:cubicBezTo>
                      <a:pt x="222723" y="341654"/>
                      <a:pt x="226294" y="343131"/>
                      <a:pt x="228913" y="345749"/>
                    </a:cubicBezTo>
                    <a:lnTo>
                      <a:pt x="249056" y="365844"/>
                    </a:lnTo>
                    <a:cubicBezTo>
                      <a:pt x="252485" y="369321"/>
                      <a:pt x="258342" y="369321"/>
                      <a:pt x="261770" y="365844"/>
                    </a:cubicBezTo>
                    <a:lnTo>
                      <a:pt x="281913" y="345749"/>
                    </a:lnTo>
                    <a:cubicBezTo>
                      <a:pt x="284532" y="343131"/>
                      <a:pt x="288104" y="341654"/>
                      <a:pt x="291818" y="341654"/>
                    </a:cubicBezTo>
                    <a:lnTo>
                      <a:pt x="321294" y="341654"/>
                    </a:lnTo>
                    <a:cubicBezTo>
                      <a:pt x="326199" y="341654"/>
                      <a:pt x="330294" y="337512"/>
                      <a:pt x="330294" y="332655"/>
                    </a:cubicBezTo>
                    <a:lnTo>
                      <a:pt x="330294" y="303179"/>
                    </a:lnTo>
                    <a:cubicBezTo>
                      <a:pt x="330294" y="299417"/>
                      <a:pt x="331770" y="295846"/>
                      <a:pt x="334389" y="293227"/>
                    </a:cubicBezTo>
                    <a:lnTo>
                      <a:pt x="354532" y="273132"/>
                    </a:lnTo>
                    <a:cubicBezTo>
                      <a:pt x="357961" y="269656"/>
                      <a:pt x="357961" y="263846"/>
                      <a:pt x="354484" y="260370"/>
                    </a:cubicBezTo>
                    <a:lnTo>
                      <a:pt x="334389" y="240275"/>
                    </a:lnTo>
                    <a:cubicBezTo>
                      <a:pt x="331770" y="237656"/>
                      <a:pt x="330294" y="234085"/>
                      <a:pt x="330294" y="230323"/>
                    </a:cubicBezTo>
                    <a:lnTo>
                      <a:pt x="330294" y="201466"/>
                    </a:lnTo>
                    <a:cubicBezTo>
                      <a:pt x="330294" y="196562"/>
                      <a:pt x="326199" y="192466"/>
                      <a:pt x="321294" y="192466"/>
                    </a:cubicBezTo>
                    <a:lnTo>
                      <a:pt x="292437" y="192466"/>
                    </a:lnTo>
                    <a:cubicBezTo>
                      <a:pt x="288675" y="192466"/>
                      <a:pt x="285104" y="190990"/>
                      <a:pt x="282485" y="188371"/>
                    </a:cubicBezTo>
                    <a:lnTo>
                      <a:pt x="261770" y="167657"/>
                    </a:lnTo>
                    <a:cubicBezTo>
                      <a:pt x="258437" y="164324"/>
                      <a:pt x="252437" y="164324"/>
                      <a:pt x="249104" y="167657"/>
                    </a:cubicBezTo>
                    <a:close/>
                    <a:moveTo>
                      <a:pt x="255342" y="136896"/>
                    </a:moveTo>
                    <a:cubicBezTo>
                      <a:pt x="265294" y="136896"/>
                      <a:pt x="274580" y="140705"/>
                      <a:pt x="281580" y="147705"/>
                    </a:cubicBezTo>
                    <a:lnTo>
                      <a:pt x="298199" y="164276"/>
                    </a:lnTo>
                    <a:lnTo>
                      <a:pt x="321246" y="164276"/>
                    </a:lnTo>
                    <a:cubicBezTo>
                      <a:pt x="341722" y="164276"/>
                      <a:pt x="358389" y="180943"/>
                      <a:pt x="358389" y="201419"/>
                    </a:cubicBezTo>
                    <a:lnTo>
                      <a:pt x="358389" y="224514"/>
                    </a:lnTo>
                    <a:lnTo>
                      <a:pt x="374389" y="240513"/>
                    </a:lnTo>
                    <a:cubicBezTo>
                      <a:pt x="388865" y="254989"/>
                      <a:pt x="388865" y="278560"/>
                      <a:pt x="374389" y="292989"/>
                    </a:cubicBezTo>
                    <a:lnTo>
                      <a:pt x="358389" y="309036"/>
                    </a:lnTo>
                    <a:lnTo>
                      <a:pt x="358389" y="332702"/>
                    </a:lnTo>
                    <a:cubicBezTo>
                      <a:pt x="358389" y="353178"/>
                      <a:pt x="341722" y="369844"/>
                      <a:pt x="321246" y="369844"/>
                    </a:cubicBezTo>
                    <a:lnTo>
                      <a:pt x="297627" y="369844"/>
                    </a:lnTo>
                    <a:lnTo>
                      <a:pt x="281580" y="385844"/>
                    </a:lnTo>
                    <a:cubicBezTo>
                      <a:pt x="274342" y="393082"/>
                      <a:pt x="264866" y="396701"/>
                      <a:pt x="255342" y="396701"/>
                    </a:cubicBezTo>
                    <a:cubicBezTo>
                      <a:pt x="245818" y="396701"/>
                      <a:pt x="236342" y="393130"/>
                      <a:pt x="229104" y="385844"/>
                    </a:cubicBezTo>
                    <a:lnTo>
                      <a:pt x="213104" y="369844"/>
                    </a:lnTo>
                    <a:lnTo>
                      <a:pt x="190056" y="369844"/>
                    </a:lnTo>
                    <a:cubicBezTo>
                      <a:pt x="169580" y="369844"/>
                      <a:pt x="152913" y="353178"/>
                      <a:pt x="152913" y="332702"/>
                    </a:cubicBezTo>
                    <a:lnTo>
                      <a:pt x="152913" y="309607"/>
                    </a:lnTo>
                    <a:lnTo>
                      <a:pt x="136294" y="292989"/>
                    </a:lnTo>
                    <a:cubicBezTo>
                      <a:pt x="121818" y="278513"/>
                      <a:pt x="121818" y="254989"/>
                      <a:pt x="136294" y="240513"/>
                    </a:cubicBezTo>
                    <a:lnTo>
                      <a:pt x="152865" y="223894"/>
                    </a:lnTo>
                    <a:lnTo>
                      <a:pt x="152865" y="201419"/>
                    </a:lnTo>
                    <a:cubicBezTo>
                      <a:pt x="152865" y="180943"/>
                      <a:pt x="169532" y="164276"/>
                      <a:pt x="190008" y="164276"/>
                    </a:cubicBezTo>
                    <a:lnTo>
                      <a:pt x="212485" y="164276"/>
                    </a:lnTo>
                    <a:lnTo>
                      <a:pt x="229104" y="147705"/>
                    </a:lnTo>
                    <a:cubicBezTo>
                      <a:pt x="236056" y="140753"/>
                      <a:pt x="245389" y="136896"/>
                      <a:pt x="255342" y="136896"/>
                    </a:cubicBezTo>
                    <a:close/>
                    <a:moveTo>
                      <a:pt x="121243" y="32192"/>
                    </a:moveTo>
                    <a:cubicBezTo>
                      <a:pt x="72145" y="32192"/>
                      <a:pt x="32144" y="72146"/>
                      <a:pt x="32144" y="121292"/>
                    </a:cubicBezTo>
                    <a:lnTo>
                      <a:pt x="32144" y="412259"/>
                    </a:lnTo>
                    <a:cubicBezTo>
                      <a:pt x="32144" y="461452"/>
                      <a:pt x="72145" y="501454"/>
                      <a:pt x="121243" y="501358"/>
                    </a:cubicBezTo>
                    <a:lnTo>
                      <a:pt x="389444" y="501358"/>
                    </a:lnTo>
                    <a:cubicBezTo>
                      <a:pt x="438589" y="501358"/>
                      <a:pt x="478590" y="461452"/>
                      <a:pt x="478590" y="412259"/>
                    </a:cubicBezTo>
                    <a:lnTo>
                      <a:pt x="478495" y="412259"/>
                    </a:lnTo>
                    <a:lnTo>
                      <a:pt x="478495" y="121292"/>
                    </a:lnTo>
                    <a:cubicBezTo>
                      <a:pt x="478495" y="72194"/>
                      <a:pt x="438589" y="32192"/>
                      <a:pt x="389397" y="32192"/>
                    </a:cubicBezTo>
                    <a:close/>
                    <a:moveTo>
                      <a:pt x="121243" y="0"/>
                    </a:moveTo>
                    <a:lnTo>
                      <a:pt x="389444" y="0"/>
                    </a:lnTo>
                    <a:cubicBezTo>
                      <a:pt x="456304" y="0"/>
                      <a:pt x="510735" y="54384"/>
                      <a:pt x="510782" y="121292"/>
                    </a:cubicBezTo>
                    <a:lnTo>
                      <a:pt x="510782" y="412259"/>
                    </a:lnTo>
                    <a:cubicBezTo>
                      <a:pt x="510782" y="479167"/>
                      <a:pt x="456352" y="533598"/>
                      <a:pt x="389444" y="533598"/>
                    </a:cubicBezTo>
                    <a:lnTo>
                      <a:pt x="121290" y="533598"/>
                    </a:lnTo>
                    <a:cubicBezTo>
                      <a:pt x="54383" y="533598"/>
                      <a:pt x="0" y="479167"/>
                      <a:pt x="0" y="412259"/>
                    </a:cubicBezTo>
                    <a:lnTo>
                      <a:pt x="0" y="121292"/>
                    </a:lnTo>
                    <a:cubicBezTo>
                      <a:pt x="0" y="54384"/>
                      <a:pt x="54383" y="0"/>
                      <a:pt x="12124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Oval 101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1387" y="5103623"/>
                <a:ext cx="394175" cy="369868"/>
              </a:xfrm>
              <a:custGeom>
                <a:avLst/>
                <a:gdLst>
                  <a:gd name="T0" fmla="*/ 7712 w 10912"/>
                  <a:gd name="T1" fmla="*/ 10240 h 10240"/>
                  <a:gd name="T2" fmla="*/ 832 w 10912"/>
                  <a:gd name="T3" fmla="*/ 10240 h 10240"/>
                  <a:gd name="T4" fmla="*/ 224 w 10912"/>
                  <a:gd name="T5" fmla="*/ 9952 h 10240"/>
                  <a:gd name="T6" fmla="*/ 32 w 10912"/>
                  <a:gd name="T7" fmla="*/ 9312 h 10240"/>
                  <a:gd name="T8" fmla="*/ 160 w 10912"/>
                  <a:gd name="T9" fmla="*/ 8384 h 10240"/>
                  <a:gd name="T10" fmla="*/ 640 w 10912"/>
                  <a:gd name="T11" fmla="*/ 7744 h 10240"/>
                  <a:gd name="T12" fmla="*/ 2784 w 10912"/>
                  <a:gd name="T13" fmla="*/ 7008 h 10240"/>
                  <a:gd name="T14" fmla="*/ 1952 w 10912"/>
                  <a:gd name="T15" fmla="*/ 4224 h 10240"/>
                  <a:gd name="T16" fmla="*/ 4288 w 10912"/>
                  <a:gd name="T17" fmla="*/ 1600 h 10240"/>
                  <a:gd name="T18" fmla="*/ 6624 w 10912"/>
                  <a:gd name="T19" fmla="*/ 4224 h 10240"/>
                  <a:gd name="T20" fmla="*/ 5824 w 10912"/>
                  <a:gd name="T21" fmla="*/ 7008 h 10240"/>
                  <a:gd name="T22" fmla="*/ 7936 w 10912"/>
                  <a:gd name="T23" fmla="*/ 7744 h 10240"/>
                  <a:gd name="T24" fmla="*/ 8416 w 10912"/>
                  <a:gd name="T25" fmla="*/ 8384 h 10240"/>
                  <a:gd name="T26" fmla="*/ 8544 w 10912"/>
                  <a:gd name="T27" fmla="*/ 9312 h 10240"/>
                  <a:gd name="T28" fmla="*/ 8352 w 10912"/>
                  <a:gd name="T29" fmla="*/ 9952 h 10240"/>
                  <a:gd name="T30" fmla="*/ 7712 w 10912"/>
                  <a:gd name="T31" fmla="*/ 10240 h 10240"/>
                  <a:gd name="T32" fmla="*/ 4256 w 10912"/>
                  <a:gd name="T33" fmla="*/ 2272 h 10240"/>
                  <a:gd name="T34" fmla="*/ 2560 w 10912"/>
                  <a:gd name="T35" fmla="*/ 4256 h 10240"/>
                  <a:gd name="T36" fmla="*/ 3648 w 10912"/>
                  <a:gd name="T37" fmla="*/ 6944 h 10240"/>
                  <a:gd name="T38" fmla="*/ 3808 w 10912"/>
                  <a:gd name="T39" fmla="*/ 7296 h 10240"/>
                  <a:gd name="T40" fmla="*/ 3552 w 10912"/>
                  <a:gd name="T41" fmla="*/ 7552 h 10240"/>
                  <a:gd name="T42" fmla="*/ 864 w 10912"/>
                  <a:gd name="T43" fmla="*/ 8352 h 10240"/>
                  <a:gd name="T44" fmla="*/ 768 w 10912"/>
                  <a:gd name="T45" fmla="*/ 8480 h 10240"/>
                  <a:gd name="T46" fmla="*/ 640 w 10912"/>
                  <a:gd name="T47" fmla="*/ 9408 h 10240"/>
                  <a:gd name="T48" fmla="*/ 672 w 10912"/>
                  <a:gd name="T49" fmla="*/ 9568 h 10240"/>
                  <a:gd name="T50" fmla="*/ 800 w 10912"/>
                  <a:gd name="T51" fmla="*/ 9632 h 10240"/>
                  <a:gd name="T52" fmla="*/ 7680 w 10912"/>
                  <a:gd name="T53" fmla="*/ 9632 h 10240"/>
                  <a:gd name="T54" fmla="*/ 7808 w 10912"/>
                  <a:gd name="T55" fmla="*/ 9568 h 10240"/>
                  <a:gd name="T56" fmla="*/ 7840 w 10912"/>
                  <a:gd name="T57" fmla="*/ 9408 h 10240"/>
                  <a:gd name="T58" fmla="*/ 7712 w 10912"/>
                  <a:gd name="T59" fmla="*/ 8480 h 10240"/>
                  <a:gd name="T60" fmla="*/ 7616 w 10912"/>
                  <a:gd name="T61" fmla="*/ 8352 h 10240"/>
                  <a:gd name="T62" fmla="*/ 4960 w 10912"/>
                  <a:gd name="T63" fmla="*/ 7552 h 10240"/>
                  <a:gd name="T64" fmla="*/ 4704 w 10912"/>
                  <a:gd name="T65" fmla="*/ 7296 h 10240"/>
                  <a:gd name="T66" fmla="*/ 4864 w 10912"/>
                  <a:gd name="T67" fmla="*/ 6944 h 10240"/>
                  <a:gd name="T68" fmla="*/ 5920 w 10912"/>
                  <a:gd name="T69" fmla="*/ 4256 h 10240"/>
                  <a:gd name="T70" fmla="*/ 4256 w 10912"/>
                  <a:gd name="T71" fmla="*/ 2272 h 10240"/>
                  <a:gd name="T72" fmla="*/ 10080 w 10912"/>
                  <a:gd name="T73" fmla="*/ 8640 h 10240"/>
                  <a:gd name="T74" fmla="*/ 9216 w 10912"/>
                  <a:gd name="T75" fmla="*/ 8640 h 10240"/>
                  <a:gd name="T76" fmla="*/ 8896 w 10912"/>
                  <a:gd name="T77" fmla="*/ 8320 h 10240"/>
                  <a:gd name="T78" fmla="*/ 9216 w 10912"/>
                  <a:gd name="T79" fmla="*/ 8000 h 10240"/>
                  <a:gd name="T80" fmla="*/ 10080 w 10912"/>
                  <a:gd name="T81" fmla="*/ 8000 h 10240"/>
                  <a:gd name="T82" fmla="*/ 10208 w 10912"/>
                  <a:gd name="T83" fmla="*/ 7936 h 10240"/>
                  <a:gd name="T84" fmla="*/ 10240 w 10912"/>
                  <a:gd name="T85" fmla="*/ 7776 h 10240"/>
                  <a:gd name="T86" fmla="*/ 10112 w 10912"/>
                  <a:gd name="T87" fmla="*/ 6848 h 10240"/>
                  <a:gd name="T88" fmla="*/ 10016 w 10912"/>
                  <a:gd name="T89" fmla="*/ 6720 h 10240"/>
                  <a:gd name="T90" fmla="*/ 7360 w 10912"/>
                  <a:gd name="T91" fmla="*/ 5920 h 10240"/>
                  <a:gd name="T92" fmla="*/ 7104 w 10912"/>
                  <a:gd name="T93" fmla="*/ 5664 h 10240"/>
                  <a:gd name="T94" fmla="*/ 7264 w 10912"/>
                  <a:gd name="T95" fmla="*/ 5312 h 10240"/>
                  <a:gd name="T96" fmla="*/ 8320 w 10912"/>
                  <a:gd name="T97" fmla="*/ 2624 h 10240"/>
                  <a:gd name="T98" fmla="*/ 6624 w 10912"/>
                  <a:gd name="T99" fmla="*/ 640 h 10240"/>
                  <a:gd name="T100" fmla="*/ 5312 w 10912"/>
                  <a:gd name="T101" fmla="*/ 1152 h 10240"/>
                  <a:gd name="T102" fmla="*/ 4864 w 10912"/>
                  <a:gd name="T103" fmla="*/ 1216 h 10240"/>
                  <a:gd name="T104" fmla="*/ 4800 w 10912"/>
                  <a:gd name="T105" fmla="*/ 768 h 10240"/>
                  <a:gd name="T106" fmla="*/ 6624 w 10912"/>
                  <a:gd name="T107" fmla="*/ 0 h 10240"/>
                  <a:gd name="T108" fmla="*/ 8960 w 10912"/>
                  <a:gd name="T109" fmla="*/ 2624 h 10240"/>
                  <a:gd name="T110" fmla="*/ 8160 w 10912"/>
                  <a:gd name="T111" fmla="*/ 5408 h 10240"/>
                  <a:gd name="T112" fmla="*/ 10272 w 10912"/>
                  <a:gd name="T113" fmla="*/ 6144 h 10240"/>
                  <a:gd name="T114" fmla="*/ 10752 w 10912"/>
                  <a:gd name="T115" fmla="*/ 6784 h 10240"/>
                  <a:gd name="T116" fmla="*/ 10880 w 10912"/>
                  <a:gd name="T117" fmla="*/ 7712 h 10240"/>
                  <a:gd name="T118" fmla="*/ 10688 w 10912"/>
                  <a:gd name="T119" fmla="*/ 8384 h 10240"/>
                  <a:gd name="T120" fmla="*/ 10080 w 10912"/>
                  <a:gd name="T121" fmla="*/ 8640 h 10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912" h="10240">
                    <a:moveTo>
                      <a:pt x="7712" y="10240"/>
                    </a:moveTo>
                    <a:lnTo>
                      <a:pt x="832" y="10240"/>
                    </a:lnTo>
                    <a:cubicBezTo>
                      <a:pt x="608" y="10240"/>
                      <a:pt x="352" y="10144"/>
                      <a:pt x="224" y="9952"/>
                    </a:cubicBezTo>
                    <a:cubicBezTo>
                      <a:pt x="64" y="9760"/>
                      <a:pt x="0" y="9536"/>
                      <a:pt x="32" y="9312"/>
                    </a:cubicBezTo>
                    <a:lnTo>
                      <a:pt x="160" y="8384"/>
                    </a:lnTo>
                    <a:cubicBezTo>
                      <a:pt x="192" y="8096"/>
                      <a:pt x="384" y="7872"/>
                      <a:pt x="640" y="7744"/>
                    </a:cubicBezTo>
                    <a:cubicBezTo>
                      <a:pt x="1088" y="7552"/>
                      <a:pt x="1888" y="7232"/>
                      <a:pt x="2784" y="7008"/>
                    </a:cubicBezTo>
                    <a:cubicBezTo>
                      <a:pt x="2336" y="6496"/>
                      <a:pt x="1952" y="5664"/>
                      <a:pt x="1952" y="4224"/>
                    </a:cubicBezTo>
                    <a:cubicBezTo>
                      <a:pt x="1952" y="2048"/>
                      <a:pt x="3232" y="1600"/>
                      <a:pt x="4288" y="1600"/>
                    </a:cubicBezTo>
                    <a:cubicBezTo>
                      <a:pt x="5344" y="1600"/>
                      <a:pt x="6624" y="2048"/>
                      <a:pt x="6624" y="4224"/>
                    </a:cubicBezTo>
                    <a:cubicBezTo>
                      <a:pt x="6624" y="5664"/>
                      <a:pt x="6272" y="6528"/>
                      <a:pt x="5824" y="7008"/>
                    </a:cubicBezTo>
                    <a:cubicBezTo>
                      <a:pt x="6720" y="7200"/>
                      <a:pt x="7488" y="7520"/>
                      <a:pt x="7936" y="7744"/>
                    </a:cubicBezTo>
                    <a:cubicBezTo>
                      <a:pt x="8192" y="7872"/>
                      <a:pt x="8384" y="8096"/>
                      <a:pt x="8416" y="8384"/>
                    </a:cubicBezTo>
                    <a:lnTo>
                      <a:pt x="8544" y="9312"/>
                    </a:lnTo>
                    <a:cubicBezTo>
                      <a:pt x="8576" y="9536"/>
                      <a:pt x="8512" y="9792"/>
                      <a:pt x="8352" y="9952"/>
                    </a:cubicBezTo>
                    <a:cubicBezTo>
                      <a:pt x="8160" y="10144"/>
                      <a:pt x="7936" y="10240"/>
                      <a:pt x="7712" y="10240"/>
                    </a:cubicBezTo>
                    <a:close/>
                    <a:moveTo>
                      <a:pt x="4256" y="2272"/>
                    </a:moveTo>
                    <a:cubicBezTo>
                      <a:pt x="3072" y="2272"/>
                      <a:pt x="2560" y="2880"/>
                      <a:pt x="2560" y="4256"/>
                    </a:cubicBezTo>
                    <a:cubicBezTo>
                      <a:pt x="2560" y="6016"/>
                      <a:pt x="3136" y="6688"/>
                      <a:pt x="3648" y="6944"/>
                    </a:cubicBezTo>
                    <a:cubicBezTo>
                      <a:pt x="3776" y="7008"/>
                      <a:pt x="3840" y="7136"/>
                      <a:pt x="3808" y="7296"/>
                    </a:cubicBezTo>
                    <a:cubicBezTo>
                      <a:pt x="3776" y="7424"/>
                      <a:pt x="3680" y="7552"/>
                      <a:pt x="3552" y="7552"/>
                    </a:cubicBezTo>
                    <a:cubicBezTo>
                      <a:pt x="2432" y="7712"/>
                      <a:pt x="1312" y="8160"/>
                      <a:pt x="864" y="8352"/>
                    </a:cubicBezTo>
                    <a:cubicBezTo>
                      <a:pt x="800" y="8384"/>
                      <a:pt x="768" y="8416"/>
                      <a:pt x="768" y="8480"/>
                    </a:cubicBezTo>
                    <a:lnTo>
                      <a:pt x="640" y="9408"/>
                    </a:lnTo>
                    <a:cubicBezTo>
                      <a:pt x="640" y="9472"/>
                      <a:pt x="672" y="9536"/>
                      <a:pt x="672" y="9568"/>
                    </a:cubicBezTo>
                    <a:cubicBezTo>
                      <a:pt x="704" y="9600"/>
                      <a:pt x="736" y="9632"/>
                      <a:pt x="800" y="9632"/>
                    </a:cubicBezTo>
                    <a:lnTo>
                      <a:pt x="7680" y="9632"/>
                    </a:lnTo>
                    <a:cubicBezTo>
                      <a:pt x="7744" y="9632"/>
                      <a:pt x="7808" y="9600"/>
                      <a:pt x="7808" y="9568"/>
                    </a:cubicBezTo>
                    <a:cubicBezTo>
                      <a:pt x="7840" y="9536"/>
                      <a:pt x="7872" y="9504"/>
                      <a:pt x="7840" y="9408"/>
                    </a:cubicBezTo>
                    <a:lnTo>
                      <a:pt x="7712" y="8480"/>
                    </a:lnTo>
                    <a:cubicBezTo>
                      <a:pt x="7712" y="8416"/>
                      <a:pt x="7680" y="8352"/>
                      <a:pt x="7616" y="8352"/>
                    </a:cubicBezTo>
                    <a:cubicBezTo>
                      <a:pt x="7200" y="8160"/>
                      <a:pt x="6080" y="7712"/>
                      <a:pt x="4960" y="7552"/>
                    </a:cubicBezTo>
                    <a:cubicBezTo>
                      <a:pt x="4832" y="7520"/>
                      <a:pt x="4704" y="7424"/>
                      <a:pt x="4704" y="7296"/>
                    </a:cubicBezTo>
                    <a:cubicBezTo>
                      <a:pt x="4704" y="7168"/>
                      <a:pt x="4736" y="7008"/>
                      <a:pt x="4864" y="6944"/>
                    </a:cubicBezTo>
                    <a:cubicBezTo>
                      <a:pt x="5568" y="6592"/>
                      <a:pt x="5920" y="5664"/>
                      <a:pt x="5920" y="4256"/>
                    </a:cubicBezTo>
                    <a:cubicBezTo>
                      <a:pt x="5952" y="2880"/>
                      <a:pt x="5440" y="2272"/>
                      <a:pt x="4256" y="2272"/>
                    </a:cubicBezTo>
                    <a:close/>
                    <a:moveTo>
                      <a:pt x="10080" y="8640"/>
                    </a:moveTo>
                    <a:lnTo>
                      <a:pt x="9216" y="8640"/>
                    </a:lnTo>
                    <a:cubicBezTo>
                      <a:pt x="9024" y="8640"/>
                      <a:pt x="8896" y="8512"/>
                      <a:pt x="8896" y="8320"/>
                    </a:cubicBezTo>
                    <a:cubicBezTo>
                      <a:pt x="8896" y="8128"/>
                      <a:pt x="9024" y="8000"/>
                      <a:pt x="9216" y="8000"/>
                    </a:cubicBezTo>
                    <a:lnTo>
                      <a:pt x="10080" y="8000"/>
                    </a:lnTo>
                    <a:cubicBezTo>
                      <a:pt x="10144" y="8000"/>
                      <a:pt x="10208" y="7968"/>
                      <a:pt x="10208" y="7936"/>
                    </a:cubicBezTo>
                    <a:cubicBezTo>
                      <a:pt x="10240" y="7904"/>
                      <a:pt x="10272" y="7872"/>
                      <a:pt x="10240" y="7776"/>
                    </a:cubicBezTo>
                    <a:lnTo>
                      <a:pt x="10112" y="6848"/>
                    </a:lnTo>
                    <a:cubicBezTo>
                      <a:pt x="10112" y="6784"/>
                      <a:pt x="10048" y="6720"/>
                      <a:pt x="10016" y="6720"/>
                    </a:cubicBezTo>
                    <a:cubicBezTo>
                      <a:pt x="9600" y="6528"/>
                      <a:pt x="8480" y="6080"/>
                      <a:pt x="7360" y="5920"/>
                    </a:cubicBezTo>
                    <a:cubicBezTo>
                      <a:pt x="7232" y="5888"/>
                      <a:pt x="7104" y="5792"/>
                      <a:pt x="7104" y="5664"/>
                    </a:cubicBezTo>
                    <a:cubicBezTo>
                      <a:pt x="7104" y="5536"/>
                      <a:pt x="7136" y="5376"/>
                      <a:pt x="7264" y="5312"/>
                    </a:cubicBezTo>
                    <a:cubicBezTo>
                      <a:pt x="7968" y="4960"/>
                      <a:pt x="8320" y="4032"/>
                      <a:pt x="8320" y="2624"/>
                    </a:cubicBezTo>
                    <a:cubicBezTo>
                      <a:pt x="8320" y="1248"/>
                      <a:pt x="7808" y="640"/>
                      <a:pt x="6624" y="640"/>
                    </a:cubicBezTo>
                    <a:cubicBezTo>
                      <a:pt x="6016" y="640"/>
                      <a:pt x="5568" y="800"/>
                      <a:pt x="5312" y="1152"/>
                    </a:cubicBezTo>
                    <a:cubicBezTo>
                      <a:pt x="5216" y="1280"/>
                      <a:pt x="4992" y="1312"/>
                      <a:pt x="4864" y="1216"/>
                    </a:cubicBezTo>
                    <a:cubicBezTo>
                      <a:pt x="4736" y="1120"/>
                      <a:pt x="4704" y="896"/>
                      <a:pt x="4800" y="768"/>
                    </a:cubicBezTo>
                    <a:cubicBezTo>
                      <a:pt x="5184" y="256"/>
                      <a:pt x="5824" y="0"/>
                      <a:pt x="6624" y="0"/>
                    </a:cubicBezTo>
                    <a:cubicBezTo>
                      <a:pt x="7680" y="0"/>
                      <a:pt x="8960" y="448"/>
                      <a:pt x="8960" y="2624"/>
                    </a:cubicBezTo>
                    <a:cubicBezTo>
                      <a:pt x="8960" y="4064"/>
                      <a:pt x="8608" y="4928"/>
                      <a:pt x="8160" y="5408"/>
                    </a:cubicBezTo>
                    <a:cubicBezTo>
                      <a:pt x="9056" y="5600"/>
                      <a:pt x="9824" y="5920"/>
                      <a:pt x="10272" y="6144"/>
                    </a:cubicBezTo>
                    <a:cubicBezTo>
                      <a:pt x="10528" y="6272"/>
                      <a:pt x="10720" y="6496"/>
                      <a:pt x="10752" y="6784"/>
                    </a:cubicBezTo>
                    <a:lnTo>
                      <a:pt x="10880" y="7712"/>
                    </a:lnTo>
                    <a:cubicBezTo>
                      <a:pt x="10912" y="7936"/>
                      <a:pt x="10848" y="8192"/>
                      <a:pt x="10688" y="8384"/>
                    </a:cubicBezTo>
                    <a:cubicBezTo>
                      <a:pt x="10528" y="8576"/>
                      <a:pt x="10304" y="8640"/>
                      <a:pt x="10080" y="86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973028" y="2173471"/>
              <a:ext cx="1779098" cy="3787758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4042" y="244549"/>
            <a:ext cx="11663916" cy="6368902"/>
          </a:xfrm>
          <a:prstGeom prst="rect">
            <a:avLst/>
          </a:prstGeom>
          <a:solidFill>
            <a:srgbClr val="FE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cs typeface="Manrope SemiBold" charset="0"/>
            </a:endParaRPr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88925" y="4994494"/>
            <a:ext cx="561975" cy="1514475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977390" y="942340"/>
            <a:ext cx="921067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sz="48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Пользователи нашей системы</a:t>
            </a:r>
          </a:p>
        </p:txBody>
      </p:sp>
      <p:sp>
        <p:nvSpPr>
          <p:cNvPr id="61" name="图形 21"/>
          <p:cNvSpPr/>
          <p:nvPr>
            <p:custDataLst>
              <p:tags r:id="rId2"/>
            </p:custDataLst>
          </p:nvPr>
        </p:nvSpPr>
        <p:spPr>
          <a:xfrm rot="8100000">
            <a:off x="1433016" y="2187778"/>
            <a:ext cx="1447660" cy="1439093"/>
          </a:xfrm>
          <a:prstGeom prst="teardrop">
            <a:avLst/>
          </a:prstGeom>
          <a:noFill/>
          <a:ln w="25400">
            <a:solidFill>
              <a:srgbClr val="615DA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60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62" name="圆形 1"/>
          <p:cNvSpPr/>
          <p:nvPr>
            <p:custDataLst>
              <p:tags r:id="rId3"/>
            </p:custDataLst>
          </p:nvPr>
        </p:nvSpPr>
        <p:spPr>
          <a:xfrm>
            <a:off x="1568733" y="2322694"/>
            <a:ext cx="1176226" cy="1169262"/>
          </a:xfrm>
          <a:prstGeom prst="ellipse">
            <a:avLst/>
          </a:prstGeom>
          <a:solidFill>
            <a:srgbClr val="61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24" tIns="45713" rIns="91424" bIns="45713" anchor="ctr">
            <a:normAutofit/>
          </a:bodyPr>
          <a:lstStyle/>
          <a:p>
            <a:pPr algn="ctr"/>
            <a:endParaRPr lang="zh-CN" altLang="en-US" sz="1600" b="1" dirty="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64" name="矩形: 圆角 63"/>
          <p:cNvSpPr/>
          <p:nvPr>
            <p:custDataLst>
              <p:tags r:id="rId4"/>
            </p:custDataLst>
          </p:nvPr>
        </p:nvSpPr>
        <p:spPr>
          <a:xfrm>
            <a:off x="1307263" y="4172495"/>
            <a:ext cx="1699166" cy="499291"/>
          </a:xfrm>
          <a:prstGeom prst="roundRect">
            <a:avLst>
              <a:gd name="adj" fmla="val 50000"/>
            </a:avLst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Студенты</a:t>
            </a:r>
          </a:p>
        </p:txBody>
      </p:sp>
      <p:sp>
        <p:nvSpPr>
          <p:cNvPr id="66" name="矩形 65"/>
          <p:cNvSpPr/>
          <p:nvPr>
            <p:custDataLst>
              <p:tags r:id="rId5"/>
            </p:custDataLst>
          </p:nvPr>
        </p:nvSpPr>
        <p:spPr>
          <a:xfrm>
            <a:off x="1188690" y="4916192"/>
            <a:ext cx="1895673" cy="760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эффективной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подготовки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экзаменам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сдачи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курсовых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</a:t>
            </a:r>
          </a:p>
        </p:txBody>
      </p:sp>
      <p:sp>
        <p:nvSpPr>
          <p:cNvPr id="55" name="图形 21"/>
          <p:cNvSpPr/>
          <p:nvPr>
            <p:custDataLst>
              <p:tags r:id="rId6"/>
            </p:custDataLst>
          </p:nvPr>
        </p:nvSpPr>
        <p:spPr>
          <a:xfrm rot="8100000">
            <a:off x="3545867" y="2198573"/>
            <a:ext cx="1447660" cy="1439093"/>
          </a:xfrm>
          <a:prstGeom prst="teardrop">
            <a:avLst/>
          </a:prstGeom>
          <a:noFill/>
          <a:ln w="25400">
            <a:solidFill>
              <a:srgbClr val="615DA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60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56" name="圆形 1"/>
          <p:cNvSpPr/>
          <p:nvPr>
            <p:custDataLst>
              <p:tags r:id="rId7"/>
            </p:custDataLst>
          </p:nvPr>
        </p:nvSpPr>
        <p:spPr>
          <a:xfrm>
            <a:off x="3681584" y="2333489"/>
            <a:ext cx="1176226" cy="1169262"/>
          </a:xfrm>
          <a:prstGeom prst="ellipse">
            <a:avLst/>
          </a:prstGeom>
          <a:solidFill>
            <a:srgbClr val="61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24" tIns="45713" rIns="91424" bIns="45713" anchor="ctr">
            <a:normAutofit/>
          </a:bodyPr>
          <a:lstStyle/>
          <a:p>
            <a:pPr algn="ctr"/>
            <a:endParaRPr lang="zh-CN" altLang="en-US" sz="1600" b="1" dirty="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70" name="Oval 1"/>
          <p:cNvSpPr/>
          <p:nvPr>
            <p:custDataLst>
              <p:tags r:id="rId8"/>
            </p:custDataLst>
          </p:nvPr>
        </p:nvSpPr>
        <p:spPr>
          <a:xfrm>
            <a:off x="1957287" y="2649418"/>
            <a:ext cx="417310" cy="435802"/>
          </a:xfrm>
          <a:custGeom>
            <a:avLst/>
            <a:gdLst>
              <a:gd name="T0" fmla="*/ 10185 w 10671"/>
              <a:gd name="T1" fmla="*/ 3987 h 11145"/>
              <a:gd name="T2" fmla="*/ 10185 w 10671"/>
              <a:gd name="T3" fmla="*/ 2746 h 11145"/>
              <a:gd name="T4" fmla="*/ 7848 w 10671"/>
              <a:gd name="T5" fmla="*/ 408 h 11145"/>
              <a:gd name="T6" fmla="*/ 4449 w 10671"/>
              <a:gd name="T7" fmla="*/ 408 h 11145"/>
              <a:gd name="T8" fmla="*/ 4348 w 10671"/>
              <a:gd name="T9" fmla="*/ 200 h 11145"/>
              <a:gd name="T10" fmla="*/ 4030 w 10671"/>
              <a:gd name="T11" fmla="*/ 0 h 11145"/>
              <a:gd name="T12" fmla="*/ 2544 w 10671"/>
              <a:gd name="T13" fmla="*/ 0 h 11145"/>
              <a:gd name="T14" fmla="*/ 0 w 10671"/>
              <a:gd name="T15" fmla="*/ 2543 h 11145"/>
              <a:gd name="T16" fmla="*/ 0 w 10671"/>
              <a:gd name="T17" fmla="*/ 8601 h 11145"/>
              <a:gd name="T18" fmla="*/ 2544 w 10671"/>
              <a:gd name="T19" fmla="*/ 11145 h 11145"/>
              <a:gd name="T20" fmla="*/ 8128 w 10671"/>
              <a:gd name="T21" fmla="*/ 11145 h 11145"/>
              <a:gd name="T22" fmla="*/ 10671 w 10671"/>
              <a:gd name="T23" fmla="*/ 8601 h 11145"/>
              <a:gd name="T24" fmla="*/ 10671 w 10671"/>
              <a:gd name="T25" fmla="*/ 4612 h 11145"/>
              <a:gd name="T26" fmla="*/ 10185 w 10671"/>
              <a:gd name="T27" fmla="*/ 3987 h 11145"/>
              <a:gd name="T28" fmla="*/ 7848 w 10671"/>
              <a:gd name="T29" fmla="*/ 1115 h 11145"/>
              <a:gd name="T30" fmla="*/ 9479 w 10671"/>
              <a:gd name="T31" fmla="*/ 2746 h 11145"/>
              <a:gd name="T32" fmla="*/ 9479 w 10671"/>
              <a:gd name="T33" fmla="*/ 3966 h 11145"/>
              <a:gd name="T34" fmla="*/ 6166 w 10671"/>
              <a:gd name="T35" fmla="*/ 3966 h 11145"/>
              <a:gd name="T36" fmla="*/ 4790 w 10671"/>
              <a:gd name="T37" fmla="*/ 1115 h 11145"/>
              <a:gd name="T38" fmla="*/ 7848 w 10671"/>
              <a:gd name="T39" fmla="*/ 1115 h 11145"/>
              <a:gd name="T40" fmla="*/ 9964 w 10671"/>
              <a:gd name="T41" fmla="*/ 8601 h 11145"/>
              <a:gd name="T42" fmla="*/ 8126 w 10671"/>
              <a:gd name="T43" fmla="*/ 10438 h 11145"/>
              <a:gd name="T44" fmla="*/ 2544 w 10671"/>
              <a:gd name="T45" fmla="*/ 10438 h 11145"/>
              <a:gd name="T46" fmla="*/ 706 w 10671"/>
              <a:gd name="T47" fmla="*/ 8601 h 11145"/>
              <a:gd name="T48" fmla="*/ 706 w 10671"/>
              <a:gd name="T49" fmla="*/ 2543 h 11145"/>
              <a:gd name="T50" fmla="*/ 2544 w 10671"/>
              <a:gd name="T51" fmla="*/ 706 h 11145"/>
              <a:gd name="T52" fmla="*/ 3809 w 10671"/>
              <a:gd name="T53" fmla="*/ 706 h 11145"/>
              <a:gd name="T54" fmla="*/ 5626 w 10671"/>
              <a:gd name="T55" fmla="*/ 4472 h 11145"/>
              <a:gd name="T56" fmla="*/ 5944 w 10671"/>
              <a:gd name="T57" fmla="*/ 4672 h 11145"/>
              <a:gd name="T58" fmla="*/ 9964 w 10671"/>
              <a:gd name="T59" fmla="*/ 4672 h 11145"/>
              <a:gd name="T60" fmla="*/ 9964 w 10671"/>
              <a:gd name="T61" fmla="*/ 8601 h 11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671" h="11145">
                <a:moveTo>
                  <a:pt x="10185" y="3987"/>
                </a:moveTo>
                <a:lnTo>
                  <a:pt x="10185" y="2746"/>
                </a:lnTo>
                <a:cubicBezTo>
                  <a:pt x="10185" y="1457"/>
                  <a:pt x="9136" y="408"/>
                  <a:pt x="7848" y="408"/>
                </a:cubicBezTo>
                <a:lnTo>
                  <a:pt x="4449" y="408"/>
                </a:lnTo>
                <a:lnTo>
                  <a:pt x="4348" y="200"/>
                </a:lnTo>
                <a:cubicBezTo>
                  <a:pt x="4289" y="77"/>
                  <a:pt x="4165" y="0"/>
                  <a:pt x="4030" y="0"/>
                </a:cubicBezTo>
                <a:lnTo>
                  <a:pt x="2544" y="0"/>
                </a:lnTo>
                <a:cubicBezTo>
                  <a:pt x="1141" y="0"/>
                  <a:pt x="0" y="1141"/>
                  <a:pt x="0" y="2543"/>
                </a:cubicBezTo>
                <a:lnTo>
                  <a:pt x="0" y="8601"/>
                </a:lnTo>
                <a:cubicBezTo>
                  <a:pt x="0" y="10003"/>
                  <a:pt x="1141" y="11145"/>
                  <a:pt x="2544" y="11145"/>
                </a:cubicBezTo>
                <a:lnTo>
                  <a:pt x="8128" y="11145"/>
                </a:lnTo>
                <a:cubicBezTo>
                  <a:pt x="9530" y="11145"/>
                  <a:pt x="10671" y="10003"/>
                  <a:pt x="10671" y="8601"/>
                </a:cubicBezTo>
                <a:lnTo>
                  <a:pt x="10671" y="4612"/>
                </a:lnTo>
                <a:cubicBezTo>
                  <a:pt x="10670" y="4311"/>
                  <a:pt x="10464" y="4058"/>
                  <a:pt x="10185" y="3987"/>
                </a:cubicBezTo>
                <a:close/>
                <a:moveTo>
                  <a:pt x="7848" y="1115"/>
                </a:moveTo>
                <a:cubicBezTo>
                  <a:pt x="8748" y="1115"/>
                  <a:pt x="9479" y="1846"/>
                  <a:pt x="9479" y="2746"/>
                </a:cubicBezTo>
                <a:lnTo>
                  <a:pt x="9479" y="3966"/>
                </a:lnTo>
                <a:lnTo>
                  <a:pt x="6166" y="3966"/>
                </a:lnTo>
                <a:lnTo>
                  <a:pt x="4790" y="1115"/>
                </a:lnTo>
                <a:lnTo>
                  <a:pt x="7848" y="1115"/>
                </a:lnTo>
                <a:close/>
                <a:moveTo>
                  <a:pt x="9964" y="8601"/>
                </a:moveTo>
                <a:cubicBezTo>
                  <a:pt x="9964" y="9615"/>
                  <a:pt x="9140" y="10438"/>
                  <a:pt x="8126" y="10438"/>
                </a:cubicBezTo>
                <a:lnTo>
                  <a:pt x="2544" y="10438"/>
                </a:lnTo>
                <a:cubicBezTo>
                  <a:pt x="1530" y="10438"/>
                  <a:pt x="706" y="9615"/>
                  <a:pt x="706" y="8601"/>
                </a:cubicBezTo>
                <a:lnTo>
                  <a:pt x="706" y="2543"/>
                </a:lnTo>
                <a:cubicBezTo>
                  <a:pt x="706" y="1530"/>
                  <a:pt x="1530" y="706"/>
                  <a:pt x="2544" y="706"/>
                </a:cubicBezTo>
                <a:lnTo>
                  <a:pt x="3809" y="706"/>
                </a:lnTo>
                <a:lnTo>
                  <a:pt x="5626" y="4472"/>
                </a:lnTo>
                <a:cubicBezTo>
                  <a:pt x="5685" y="4595"/>
                  <a:pt x="5809" y="4672"/>
                  <a:pt x="5944" y="4672"/>
                </a:cubicBezTo>
                <a:lnTo>
                  <a:pt x="9964" y="4672"/>
                </a:lnTo>
                <a:lnTo>
                  <a:pt x="9964" y="86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MuseoModerno Black" pitchFamily="2" charset="0"/>
            </a:endParaRPr>
          </a:p>
        </p:txBody>
      </p:sp>
      <p:sp>
        <p:nvSpPr>
          <p:cNvPr id="58" name="矩形: 圆角 57"/>
          <p:cNvSpPr/>
          <p:nvPr>
            <p:custDataLst>
              <p:tags r:id="rId9"/>
            </p:custDataLst>
          </p:nvPr>
        </p:nvSpPr>
        <p:spPr>
          <a:xfrm>
            <a:off x="3188335" y="4172585"/>
            <a:ext cx="2162810" cy="499110"/>
          </a:xfrm>
          <a:prstGeom prst="roundRect">
            <a:avLst>
              <a:gd name="adj" fmla="val 50000"/>
            </a:avLst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Преподаватели</a:t>
            </a: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3311701" y="4920637"/>
            <a:ext cx="1895673" cy="760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ля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организации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учебного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процесса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управления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личным</a:t>
            </a:r>
            <a:r>
              <a:rPr lang="en-US" altLang="ru-RU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0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временем</a:t>
            </a:r>
          </a:p>
        </p:txBody>
      </p:sp>
      <p:sp>
        <p:nvSpPr>
          <p:cNvPr id="49" name="图形 21"/>
          <p:cNvSpPr/>
          <p:nvPr>
            <p:custDataLst>
              <p:tags r:id="rId11"/>
            </p:custDataLst>
          </p:nvPr>
        </p:nvSpPr>
        <p:spPr>
          <a:xfrm rot="8100000">
            <a:off x="6882877" y="2187778"/>
            <a:ext cx="1447660" cy="1439093"/>
          </a:xfrm>
          <a:prstGeom prst="teardrop">
            <a:avLst/>
          </a:prstGeom>
          <a:noFill/>
          <a:ln w="25400">
            <a:solidFill>
              <a:srgbClr val="615DA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60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50" name="圆形 1"/>
          <p:cNvSpPr/>
          <p:nvPr>
            <p:custDataLst>
              <p:tags r:id="rId12"/>
            </p:custDataLst>
          </p:nvPr>
        </p:nvSpPr>
        <p:spPr>
          <a:xfrm>
            <a:off x="7018594" y="2322694"/>
            <a:ext cx="1176226" cy="1169262"/>
          </a:xfrm>
          <a:prstGeom prst="ellipse">
            <a:avLst/>
          </a:prstGeom>
          <a:solidFill>
            <a:srgbClr val="61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24" tIns="45713" rIns="91424" bIns="45713" anchor="ctr">
            <a:normAutofit/>
          </a:bodyPr>
          <a:lstStyle/>
          <a:p>
            <a:pPr algn="ctr"/>
            <a:endParaRPr lang="zh-CN" altLang="en-US" sz="1600" b="1" dirty="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71" name="Oval 1"/>
          <p:cNvSpPr/>
          <p:nvPr>
            <p:custDataLst>
              <p:tags r:id="rId13"/>
            </p:custDataLst>
          </p:nvPr>
        </p:nvSpPr>
        <p:spPr>
          <a:xfrm>
            <a:off x="4051881" y="2699999"/>
            <a:ext cx="435802" cy="394330"/>
          </a:xfrm>
          <a:custGeom>
            <a:avLst/>
            <a:gdLst>
              <a:gd name="connsiteX0" fmla="*/ 362353 w 606580"/>
              <a:gd name="connsiteY0" fmla="*/ 250084 h 548858"/>
              <a:gd name="connsiteX1" fmla="*/ 513151 w 606580"/>
              <a:gd name="connsiteY1" fmla="*/ 250084 h 548858"/>
              <a:gd name="connsiteX2" fmla="*/ 513151 w 606580"/>
              <a:gd name="connsiteY2" fmla="*/ 287907 h 548858"/>
              <a:gd name="connsiteX3" fmla="*/ 362353 w 606580"/>
              <a:gd name="connsiteY3" fmla="*/ 287907 h 548858"/>
              <a:gd name="connsiteX4" fmla="*/ 362353 w 606580"/>
              <a:gd name="connsiteY4" fmla="*/ 193349 h 548858"/>
              <a:gd name="connsiteX5" fmla="*/ 513151 w 606580"/>
              <a:gd name="connsiteY5" fmla="*/ 193349 h 548858"/>
              <a:gd name="connsiteX6" fmla="*/ 513151 w 606580"/>
              <a:gd name="connsiteY6" fmla="*/ 231172 h 548858"/>
              <a:gd name="connsiteX7" fmla="*/ 362353 w 606580"/>
              <a:gd name="connsiteY7" fmla="*/ 231172 h 548858"/>
              <a:gd name="connsiteX8" fmla="*/ 228608 w 606580"/>
              <a:gd name="connsiteY8" fmla="*/ 151254 h 548858"/>
              <a:gd name="connsiteX9" fmla="*/ 228608 w 606580"/>
              <a:gd name="connsiteY9" fmla="*/ 195378 h 548858"/>
              <a:gd name="connsiteX10" fmla="*/ 275122 w 606580"/>
              <a:gd name="connsiteY10" fmla="*/ 195378 h 548858"/>
              <a:gd name="connsiteX11" fmla="*/ 228608 w 606580"/>
              <a:gd name="connsiteY11" fmla="*/ 151254 h 548858"/>
              <a:gd name="connsiteX12" fmla="*/ 190635 w 606580"/>
              <a:gd name="connsiteY12" fmla="*/ 148843 h 548858"/>
              <a:gd name="connsiteX13" fmla="*/ 131402 w 606580"/>
              <a:gd name="connsiteY13" fmla="*/ 221611 h 548858"/>
              <a:gd name="connsiteX14" fmla="*/ 205769 w 606580"/>
              <a:gd name="connsiteY14" fmla="*/ 295862 h 548858"/>
              <a:gd name="connsiteX15" fmla="*/ 279022 w 606580"/>
              <a:gd name="connsiteY15" fmla="*/ 233291 h 548858"/>
              <a:gd name="connsiteX16" fmla="*/ 190635 w 606580"/>
              <a:gd name="connsiteY16" fmla="*/ 233291 h 548858"/>
              <a:gd name="connsiteX17" fmla="*/ 362353 w 606580"/>
              <a:gd name="connsiteY17" fmla="*/ 133086 h 548858"/>
              <a:gd name="connsiteX18" fmla="*/ 513151 w 606580"/>
              <a:gd name="connsiteY18" fmla="*/ 133086 h 548858"/>
              <a:gd name="connsiteX19" fmla="*/ 513151 w 606580"/>
              <a:gd name="connsiteY19" fmla="*/ 171050 h 548858"/>
              <a:gd name="connsiteX20" fmla="*/ 362353 w 606580"/>
              <a:gd name="connsiteY20" fmla="*/ 171050 h 548858"/>
              <a:gd name="connsiteX21" fmla="*/ 205769 w 606580"/>
              <a:gd name="connsiteY21" fmla="*/ 109447 h 548858"/>
              <a:gd name="connsiteX22" fmla="*/ 318109 w 606580"/>
              <a:gd name="connsiteY22" fmla="*/ 221611 h 548858"/>
              <a:gd name="connsiteX23" fmla="*/ 205769 w 606580"/>
              <a:gd name="connsiteY23" fmla="*/ 333775 h 548858"/>
              <a:gd name="connsiteX24" fmla="*/ 93429 w 606580"/>
              <a:gd name="connsiteY24" fmla="*/ 221611 h 548858"/>
              <a:gd name="connsiteX25" fmla="*/ 205769 w 606580"/>
              <a:gd name="connsiteY25" fmla="*/ 109447 h 548858"/>
              <a:gd name="connsiteX26" fmla="*/ 37882 w 606580"/>
              <a:gd name="connsiteY26" fmla="*/ 37913 h 548858"/>
              <a:gd name="connsiteX27" fmla="*/ 37882 w 606580"/>
              <a:gd name="connsiteY27" fmla="*/ 405363 h 548858"/>
              <a:gd name="connsiteX28" fmla="*/ 568698 w 606580"/>
              <a:gd name="connsiteY28" fmla="*/ 405363 h 548858"/>
              <a:gd name="connsiteX29" fmla="*/ 568698 w 606580"/>
              <a:gd name="connsiteY29" fmla="*/ 37913 h 548858"/>
              <a:gd name="connsiteX30" fmla="*/ 18941 w 606580"/>
              <a:gd name="connsiteY30" fmla="*/ 0 h 548858"/>
              <a:gd name="connsiteX31" fmla="*/ 587639 w 606580"/>
              <a:gd name="connsiteY31" fmla="*/ 0 h 548858"/>
              <a:gd name="connsiteX32" fmla="*/ 606580 w 606580"/>
              <a:gd name="connsiteY32" fmla="*/ 18910 h 548858"/>
              <a:gd name="connsiteX33" fmla="*/ 606580 w 606580"/>
              <a:gd name="connsiteY33" fmla="*/ 424273 h 548858"/>
              <a:gd name="connsiteX34" fmla="*/ 587639 w 606580"/>
              <a:gd name="connsiteY34" fmla="*/ 443184 h 548858"/>
              <a:gd name="connsiteX35" fmla="*/ 322277 w 606580"/>
              <a:gd name="connsiteY35" fmla="*/ 443184 h 548858"/>
              <a:gd name="connsiteX36" fmla="*/ 322277 w 606580"/>
              <a:gd name="connsiteY36" fmla="*/ 511038 h 548858"/>
              <a:gd name="connsiteX37" fmla="*/ 450223 w 606580"/>
              <a:gd name="connsiteY37" fmla="*/ 511038 h 548858"/>
              <a:gd name="connsiteX38" fmla="*/ 450223 w 606580"/>
              <a:gd name="connsiteY38" fmla="*/ 548858 h 548858"/>
              <a:gd name="connsiteX39" fmla="*/ 156357 w 606580"/>
              <a:gd name="connsiteY39" fmla="*/ 548858 h 548858"/>
              <a:gd name="connsiteX40" fmla="*/ 156357 w 606580"/>
              <a:gd name="connsiteY40" fmla="*/ 511038 h 548858"/>
              <a:gd name="connsiteX41" fmla="*/ 284395 w 606580"/>
              <a:gd name="connsiteY41" fmla="*/ 511038 h 548858"/>
              <a:gd name="connsiteX42" fmla="*/ 284395 w 606580"/>
              <a:gd name="connsiteY42" fmla="*/ 443184 h 548858"/>
              <a:gd name="connsiteX43" fmla="*/ 18941 w 606580"/>
              <a:gd name="connsiteY43" fmla="*/ 443184 h 548858"/>
              <a:gd name="connsiteX44" fmla="*/ 0 w 606580"/>
              <a:gd name="connsiteY44" fmla="*/ 424273 h 548858"/>
              <a:gd name="connsiteX45" fmla="*/ 0 w 606580"/>
              <a:gd name="connsiteY45" fmla="*/ 18910 h 548858"/>
              <a:gd name="connsiteX46" fmla="*/ 18941 w 606580"/>
              <a:gd name="connsiteY46" fmla="*/ 0 h 54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606580" h="548858">
                <a:moveTo>
                  <a:pt x="362353" y="250084"/>
                </a:moveTo>
                <a:lnTo>
                  <a:pt x="513151" y="250084"/>
                </a:lnTo>
                <a:lnTo>
                  <a:pt x="513151" y="287907"/>
                </a:lnTo>
                <a:lnTo>
                  <a:pt x="362353" y="287907"/>
                </a:lnTo>
                <a:close/>
                <a:moveTo>
                  <a:pt x="362353" y="193349"/>
                </a:moveTo>
                <a:lnTo>
                  <a:pt x="513151" y="193349"/>
                </a:lnTo>
                <a:lnTo>
                  <a:pt x="513151" y="231172"/>
                </a:lnTo>
                <a:lnTo>
                  <a:pt x="362353" y="231172"/>
                </a:lnTo>
                <a:close/>
                <a:moveTo>
                  <a:pt x="228608" y="151254"/>
                </a:moveTo>
                <a:lnTo>
                  <a:pt x="228608" y="195378"/>
                </a:lnTo>
                <a:lnTo>
                  <a:pt x="275122" y="195378"/>
                </a:lnTo>
                <a:cubicBezTo>
                  <a:pt x="267138" y="174428"/>
                  <a:pt x="250055" y="158206"/>
                  <a:pt x="228608" y="151254"/>
                </a:cubicBezTo>
                <a:close/>
                <a:moveTo>
                  <a:pt x="190635" y="148843"/>
                </a:moveTo>
                <a:cubicBezTo>
                  <a:pt x="156841" y="155888"/>
                  <a:pt x="131402" y="185830"/>
                  <a:pt x="131402" y="221611"/>
                </a:cubicBezTo>
                <a:cubicBezTo>
                  <a:pt x="131402" y="262583"/>
                  <a:pt x="164732" y="295862"/>
                  <a:pt x="205769" y="295862"/>
                </a:cubicBezTo>
                <a:cubicBezTo>
                  <a:pt x="242813" y="295862"/>
                  <a:pt x="273358" y="268701"/>
                  <a:pt x="279022" y="233291"/>
                </a:cubicBezTo>
                <a:lnTo>
                  <a:pt x="190635" y="233291"/>
                </a:lnTo>
                <a:close/>
                <a:moveTo>
                  <a:pt x="362353" y="133086"/>
                </a:moveTo>
                <a:lnTo>
                  <a:pt x="513151" y="133086"/>
                </a:lnTo>
                <a:lnTo>
                  <a:pt x="513151" y="171050"/>
                </a:lnTo>
                <a:lnTo>
                  <a:pt x="362353" y="171050"/>
                </a:lnTo>
                <a:close/>
                <a:moveTo>
                  <a:pt x="205769" y="109447"/>
                </a:moveTo>
                <a:cubicBezTo>
                  <a:pt x="267788" y="109447"/>
                  <a:pt x="318109" y="159689"/>
                  <a:pt x="318109" y="221611"/>
                </a:cubicBezTo>
                <a:cubicBezTo>
                  <a:pt x="318109" y="283533"/>
                  <a:pt x="267788" y="333775"/>
                  <a:pt x="205769" y="333775"/>
                </a:cubicBezTo>
                <a:cubicBezTo>
                  <a:pt x="143750" y="333775"/>
                  <a:pt x="93429" y="283533"/>
                  <a:pt x="93429" y="221611"/>
                </a:cubicBezTo>
                <a:cubicBezTo>
                  <a:pt x="93429" y="159689"/>
                  <a:pt x="143750" y="109447"/>
                  <a:pt x="205769" y="109447"/>
                </a:cubicBezTo>
                <a:close/>
                <a:moveTo>
                  <a:pt x="37882" y="37913"/>
                </a:moveTo>
                <a:lnTo>
                  <a:pt x="37882" y="405363"/>
                </a:lnTo>
                <a:lnTo>
                  <a:pt x="568698" y="405363"/>
                </a:lnTo>
                <a:lnTo>
                  <a:pt x="568698" y="37913"/>
                </a:lnTo>
                <a:close/>
                <a:moveTo>
                  <a:pt x="18941" y="0"/>
                </a:moveTo>
                <a:lnTo>
                  <a:pt x="587639" y="0"/>
                </a:lnTo>
                <a:cubicBezTo>
                  <a:pt x="598038" y="0"/>
                  <a:pt x="606580" y="8528"/>
                  <a:pt x="606580" y="18910"/>
                </a:cubicBezTo>
                <a:lnTo>
                  <a:pt x="606580" y="424273"/>
                </a:lnTo>
                <a:cubicBezTo>
                  <a:pt x="606580" y="434656"/>
                  <a:pt x="598038" y="443184"/>
                  <a:pt x="587639" y="443184"/>
                </a:cubicBezTo>
                <a:lnTo>
                  <a:pt x="322277" y="443184"/>
                </a:lnTo>
                <a:lnTo>
                  <a:pt x="322277" y="511038"/>
                </a:lnTo>
                <a:lnTo>
                  <a:pt x="450223" y="511038"/>
                </a:lnTo>
                <a:lnTo>
                  <a:pt x="450223" y="548858"/>
                </a:lnTo>
                <a:lnTo>
                  <a:pt x="156357" y="548858"/>
                </a:lnTo>
                <a:lnTo>
                  <a:pt x="156357" y="511038"/>
                </a:lnTo>
                <a:lnTo>
                  <a:pt x="284395" y="511038"/>
                </a:lnTo>
                <a:lnTo>
                  <a:pt x="284395" y="443184"/>
                </a:lnTo>
                <a:lnTo>
                  <a:pt x="18941" y="443184"/>
                </a:lnTo>
                <a:cubicBezTo>
                  <a:pt x="8542" y="443184"/>
                  <a:pt x="0" y="434656"/>
                  <a:pt x="0" y="424273"/>
                </a:cubicBezTo>
                <a:lnTo>
                  <a:pt x="0" y="18910"/>
                </a:lnTo>
                <a:cubicBezTo>
                  <a:pt x="0" y="8528"/>
                  <a:pt x="8542" y="0"/>
                  <a:pt x="189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MuseoModerno Black" pitchFamily="2" charset="0"/>
            </a:endParaRPr>
          </a:p>
        </p:txBody>
      </p:sp>
      <p:sp>
        <p:nvSpPr>
          <p:cNvPr id="52" name="矩形: 圆角 51"/>
          <p:cNvSpPr/>
          <p:nvPr>
            <p:custDataLst>
              <p:tags r:id="rId14"/>
            </p:custDataLst>
          </p:nvPr>
        </p:nvSpPr>
        <p:spPr>
          <a:xfrm>
            <a:off x="6694170" y="4172585"/>
            <a:ext cx="1825625" cy="499110"/>
          </a:xfrm>
          <a:prstGeom prst="roundRect">
            <a:avLst>
              <a:gd name="adj" fmla="val 50000"/>
            </a:avLst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рилансеры</a:t>
            </a:r>
          </a:p>
        </p:txBody>
      </p:sp>
      <p:sp>
        <p:nvSpPr>
          <p:cNvPr id="54" name="矩形 53"/>
          <p:cNvSpPr/>
          <p:nvPr>
            <p:custDataLst>
              <p:tags r:id="rId15"/>
            </p:custDataLst>
          </p:nvPr>
        </p:nvSpPr>
        <p:spPr>
          <a:xfrm>
            <a:off x="6590665" y="4883785"/>
            <a:ext cx="4652010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управления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проектами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соблюдения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дедлайнов</a:t>
            </a:r>
          </a:p>
        </p:txBody>
      </p:sp>
      <p:sp>
        <p:nvSpPr>
          <p:cNvPr id="69" name="Oval 1"/>
          <p:cNvSpPr/>
          <p:nvPr>
            <p:custDataLst>
              <p:tags r:id="rId16"/>
            </p:custDataLst>
          </p:nvPr>
        </p:nvSpPr>
        <p:spPr>
          <a:xfrm>
            <a:off x="7401850" y="2647841"/>
            <a:ext cx="435802" cy="435146"/>
          </a:xfrm>
          <a:custGeom>
            <a:avLst/>
            <a:gdLst>
              <a:gd name="connsiteX0" fmla="*/ 241805 w 609191"/>
              <a:gd name="connsiteY0" fmla="*/ 126251 h 608274"/>
              <a:gd name="connsiteX1" fmla="*/ 37679 w 609191"/>
              <a:gd name="connsiteY1" fmla="*/ 348029 h 608274"/>
              <a:gd name="connsiteX2" fmla="*/ 260645 w 609191"/>
              <a:gd name="connsiteY2" fmla="*/ 570653 h 608274"/>
              <a:gd name="connsiteX3" fmla="*/ 482764 w 609191"/>
              <a:gd name="connsiteY3" fmla="*/ 366839 h 608274"/>
              <a:gd name="connsiteX4" fmla="*/ 373117 w 609191"/>
              <a:gd name="connsiteY4" fmla="*/ 366839 h 608274"/>
              <a:gd name="connsiteX5" fmla="*/ 260645 w 609191"/>
              <a:gd name="connsiteY5" fmla="*/ 461927 h 608274"/>
              <a:gd name="connsiteX6" fmla="*/ 146571 w 609191"/>
              <a:gd name="connsiteY6" fmla="*/ 348029 h 608274"/>
              <a:gd name="connsiteX7" fmla="*/ 241805 w 609191"/>
              <a:gd name="connsiteY7" fmla="*/ 235635 h 608274"/>
              <a:gd name="connsiteX8" fmla="*/ 260645 w 609191"/>
              <a:gd name="connsiteY8" fmla="*/ 87783 h 608274"/>
              <a:gd name="connsiteX9" fmla="*/ 279484 w 609191"/>
              <a:gd name="connsiteY9" fmla="*/ 87783 h 608274"/>
              <a:gd name="connsiteX10" fmla="*/ 279484 w 609191"/>
              <a:gd name="connsiteY10" fmla="*/ 271752 h 608274"/>
              <a:gd name="connsiteX11" fmla="*/ 260645 w 609191"/>
              <a:gd name="connsiteY11" fmla="*/ 271752 h 608274"/>
              <a:gd name="connsiteX12" fmla="*/ 184251 w 609191"/>
              <a:gd name="connsiteY12" fmla="*/ 348029 h 608274"/>
              <a:gd name="connsiteX13" fmla="*/ 260645 w 609191"/>
              <a:gd name="connsiteY13" fmla="*/ 424306 h 608274"/>
              <a:gd name="connsiteX14" fmla="*/ 337040 w 609191"/>
              <a:gd name="connsiteY14" fmla="*/ 348029 h 608274"/>
              <a:gd name="connsiteX15" fmla="*/ 337040 w 609191"/>
              <a:gd name="connsiteY15" fmla="*/ 329218 h 608274"/>
              <a:gd name="connsiteX16" fmla="*/ 521196 w 609191"/>
              <a:gd name="connsiteY16" fmla="*/ 329218 h 608274"/>
              <a:gd name="connsiteX17" fmla="*/ 521196 w 609191"/>
              <a:gd name="connsiteY17" fmla="*/ 348029 h 608274"/>
              <a:gd name="connsiteX18" fmla="*/ 260645 w 609191"/>
              <a:gd name="connsiteY18" fmla="*/ 608274 h 608274"/>
              <a:gd name="connsiteX19" fmla="*/ 0 w 609191"/>
              <a:gd name="connsiteY19" fmla="*/ 348029 h 608274"/>
              <a:gd name="connsiteX20" fmla="*/ 260645 w 609191"/>
              <a:gd name="connsiteY20" fmla="*/ 87783 h 608274"/>
              <a:gd name="connsiteX21" fmla="*/ 367364 w 609191"/>
              <a:gd name="connsiteY21" fmla="*/ 38378 h 608274"/>
              <a:gd name="connsiteX22" fmla="*/ 367364 w 609191"/>
              <a:gd name="connsiteY22" fmla="*/ 147868 h 608274"/>
              <a:gd name="connsiteX23" fmla="*/ 461099 w 609191"/>
              <a:gd name="connsiteY23" fmla="*/ 241461 h 608274"/>
              <a:gd name="connsiteX24" fmla="*/ 570661 w 609191"/>
              <a:gd name="connsiteY24" fmla="*/ 241461 h 608274"/>
              <a:gd name="connsiteX25" fmla="*/ 367364 w 609191"/>
              <a:gd name="connsiteY25" fmla="*/ 38378 h 608274"/>
              <a:gd name="connsiteX26" fmla="*/ 329681 w 609191"/>
              <a:gd name="connsiteY26" fmla="*/ 0 h 608274"/>
              <a:gd name="connsiteX27" fmla="*/ 348523 w 609191"/>
              <a:gd name="connsiteY27" fmla="*/ 0 h 608274"/>
              <a:gd name="connsiteX28" fmla="*/ 609191 w 609191"/>
              <a:gd name="connsiteY28" fmla="*/ 260274 h 608274"/>
              <a:gd name="connsiteX29" fmla="*/ 609191 w 609191"/>
              <a:gd name="connsiteY29" fmla="*/ 279086 h 608274"/>
              <a:gd name="connsiteX30" fmla="*/ 424924 w 609191"/>
              <a:gd name="connsiteY30" fmla="*/ 279086 h 608274"/>
              <a:gd name="connsiteX31" fmla="*/ 424924 w 609191"/>
              <a:gd name="connsiteY31" fmla="*/ 260274 h 608274"/>
              <a:gd name="connsiteX32" fmla="*/ 348523 w 609191"/>
              <a:gd name="connsiteY32" fmla="*/ 183988 h 608274"/>
              <a:gd name="connsiteX33" fmla="*/ 329681 w 609191"/>
              <a:gd name="connsiteY33" fmla="*/ 183988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9191" h="608274">
                <a:moveTo>
                  <a:pt x="241805" y="126251"/>
                </a:moveTo>
                <a:cubicBezTo>
                  <a:pt x="127638" y="135844"/>
                  <a:pt x="37679" y="231591"/>
                  <a:pt x="37679" y="348029"/>
                </a:cubicBezTo>
                <a:cubicBezTo>
                  <a:pt x="37679" y="470768"/>
                  <a:pt x="137717" y="570653"/>
                  <a:pt x="260645" y="570653"/>
                </a:cubicBezTo>
                <a:cubicBezTo>
                  <a:pt x="377168" y="570653"/>
                  <a:pt x="473155" y="480832"/>
                  <a:pt x="482764" y="366839"/>
                </a:cubicBezTo>
                <a:lnTo>
                  <a:pt x="373117" y="366839"/>
                </a:lnTo>
                <a:cubicBezTo>
                  <a:pt x="364169" y="420732"/>
                  <a:pt x="317069" y="461927"/>
                  <a:pt x="260645" y="461927"/>
                </a:cubicBezTo>
                <a:cubicBezTo>
                  <a:pt x="197721" y="461927"/>
                  <a:pt x="146571" y="410856"/>
                  <a:pt x="146571" y="348029"/>
                </a:cubicBezTo>
                <a:cubicBezTo>
                  <a:pt x="146571" y="291597"/>
                  <a:pt x="187830" y="244664"/>
                  <a:pt x="241805" y="235635"/>
                </a:cubicBezTo>
                <a:close/>
                <a:moveTo>
                  <a:pt x="260645" y="87783"/>
                </a:moveTo>
                <a:lnTo>
                  <a:pt x="279484" y="87783"/>
                </a:lnTo>
                <a:lnTo>
                  <a:pt x="279484" y="271752"/>
                </a:lnTo>
                <a:lnTo>
                  <a:pt x="260645" y="271752"/>
                </a:lnTo>
                <a:cubicBezTo>
                  <a:pt x="218444" y="271752"/>
                  <a:pt x="184251" y="305987"/>
                  <a:pt x="184251" y="348029"/>
                </a:cubicBezTo>
                <a:cubicBezTo>
                  <a:pt x="184251" y="390071"/>
                  <a:pt x="218444" y="424306"/>
                  <a:pt x="260645" y="424306"/>
                </a:cubicBezTo>
                <a:cubicBezTo>
                  <a:pt x="302751" y="424306"/>
                  <a:pt x="337040" y="390071"/>
                  <a:pt x="337040" y="348029"/>
                </a:cubicBezTo>
                <a:lnTo>
                  <a:pt x="337040" y="329218"/>
                </a:lnTo>
                <a:lnTo>
                  <a:pt x="521196" y="329218"/>
                </a:lnTo>
                <a:lnTo>
                  <a:pt x="521196" y="348029"/>
                </a:lnTo>
                <a:cubicBezTo>
                  <a:pt x="521196" y="491554"/>
                  <a:pt x="404297" y="608274"/>
                  <a:pt x="260645" y="608274"/>
                </a:cubicBezTo>
                <a:cubicBezTo>
                  <a:pt x="116899" y="608274"/>
                  <a:pt x="0" y="491554"/>
                  <a:pt x="0" y="348029"/>
                </a:cubicBezTo>
                <a:cubicBezTo>
                  <a:pt x="0" y="204503"/>
                  <a:pt x="116899" y="87783"/>
                  <a:pt x="260645" y="87783"/>
                </a:cubicBezTo>
                <a:close/>
                <a:moveTo>
                  <a:pt x="367364" y="38378"/>
                </a:moveTo>
                <a:lnTo>
                  <a:pt x="367364" y="147868"/>
                </a:lnTo>
                <a:cubicBezTo>
                  <a:pt x="415221" y="155863"/>
                  <a:pt x="453091" y="193677"/>
                  <a:pt x="461099" y="241461"/>
                </a:cubicBezTo>
                <a:lnTo>
                  <a:pt x="570661" y="241461"/>
                </a:lnTo>
                <a:cubicBezTo>
                  <a:pt x="561617" y="133664"/>
                  <a:pt x="475324" y="47502"/>
                  <a:pt x="367364" y="38378"/>
                </a:cubicBezTo>
                <a:close/>
                <a:moveTo>
                  <a:pt x="329681" y="0"/>
                </a:moveTo>
                <a:lnTo>
                  <a:pt x="348523" y="0"/>
                </a:lnTo>
                <a:cubicBezTo>
                  <a:pt x="492281" y="0"/>
                  <a:pt x="609191" y="116733"/>
                  <a:pt x="609191" y="260274"/>
                </a:cubicBezTo>
                <a:lnTo>
                  <a:pt x="609191" y="279086"/>
                </a:lnTo>
                <a:lnTo>
                  <a:pt x="424924" y="279086"/>
                </a:lnTo>
                <a:lnTo>
                  <a:pt x="424924" y="260274"/>
                </a:lnTo>
                <a:cubicBezTo>
                  <a:pt x="424924" y="218133"/>
                  <a:pt x="390633" y="183988"/>
                  <a:pt x="348523" y="183988"/>
                </a:cubicBezTo>
                <a:lnTo>
                  <a:pt x="329681" y="1839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MuseoModerno Black" pitchFamily="2" charset="0"/>
            </a:endParaRPr>
          </a:p>
        </p:txBody>
      </p:sp>
      <p:sp>
        <p:nvSpPr>
          <p:cNvPr id="28" name="图形 21"/>
          <p:cNvSpPr/>
          <p:nvPr>
            <p:custDataLst>
              <p:tags r:id="rId17"/>
            </p:custDataLst>
          </p:nvPr>
        </p:nvSpPr>
        <p:spPr>
          <a:xfrm rot="8100000">
            <a:off x="9359585" y="2183333"/>
            <a:ext cx="1447660" cy="1439093"/>
          </a:xfrm>
          <a:prstGeom prst="teardrop">
            <a:avLst/>
          </a:prstGeom>
          <a:noFill/>
          <a:ln w="25400">
            <a:solidFill>
              <a:srgbClr val="615DA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60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33" name="圆形 1"/>
          <p:cNvSpPr/>
          <p:nvPr>
            <p:custDataLst>
              <p:tags r:id="rId18"/>
            </p:custDataLst>
          </p:nvPr>
        </p:nvSpPr>
        <p:spPr>
          <a:xfrm>
            <a:off x="9495302" y="2318249"/>
            <a:ext cx="1176226" cy="1169262"/>
          </a:xfrm>
          <a:prstGeom prst="ellipse">
            <a:avLst/>
          </a:prstGeom>
          <a:solidFill>
            <a:srgbClr val="61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24" tIns="45713" rIns="91424" bIns="45713" anchor="ctr">
            <a:normAutofit/>
          </a:bodyPr>
          <a:lstStyle/>
          <a:p>
            <a:pPr algn="ctr"/>
            <a:endParaRPr lang="zh-CN" altLang="en-US" sz="1600" b="1" dirty="0">
              <a:latin typeface="Manrope SemiBold" charset="0"/>
              <a:cs typeface="MuseoModerno Black" pitchFamily="2" charset="0"/>
              <a:sym typeface="Manrope SemiBold" charset="0"/>
            </a:endParaRPr>
          </a:p>
        </p:txBody>
      </p:sp>
      <p:sp>
        <p:nvSpPr>
          <p:cNvPr id="72" name="Oval 1"/>
          <p:cNvSpPr/>
          <p:nvPr>
            <p:custDataLst>
              <p:tags r:id="rId19"/>
            </p:custDataLst>
          </p:nvPr>
        </p:nvSpPr>
        <p:spPr>
          <a:xfrm>
            <a:off x="9875674" y="2699052"/>
            <a:ext cx="435802" cy="387335"/>
          </a:xfrm>
          <a:custGeom>
            <a:avLst/>
            <a:gdLst>
              <a:gd name="T0" fmla="*/ 10240 w 11520"/>
              <a:gd name="T1" fmla="*/ 6432 h 10240"/>
              <a:gd name="T2" fmla="*/ 10240 w 11520"/>
              <a:gd name="T3" fmla="*/ 5120 h 10240"/>
              <a:gd name="T4" fmla="*/ 9920 w 11520"/>
              <a:gd name="T5" fmla="*/ 4800 h 10240"/>
              <a:gd name="T6" fmla="*/ 6080 w 11520"/>
              <a:gd name="T7" fmla="*/ 4800 h 10240"/>
              <a:gd name="T8" fmla="*/ 6080 w 11520"/>
              <a:gd name="T9" fmla="*/ 3520 h 10240"/>
              <a:gd name="T10" fmla="*/ 8320 w 11520"/>
              <a:gd name="T11" fmla="*/ 3520 h 10240"/>
              <a:gd name="T12" fmla="*/ 8640 w 11520"/>
              <a:gd name="T13" fmla="*/ 3200 h 10240"/>
              <a:gd name="T14" fmla="*/ 8640 w 11520"/>
              <a:gd name="T15" fmla="*/ 320 h 10240"/>
              <a:gd name="T16" fmla="*/ 8320 w 11520"/>
              <a:gd name="T17" fmla="*/ 0 h 10240"/>
              <a:gd name="T18" fmla="*/ 3200 w 11520"/>
              <a:gd name="T19" fmla="*/ 0 h 10240"/>
              <a:gd name="T20" fmla="*/ 2880 w 11520"/>
              <a:gd name="T21" fmla="*/ 320 h 10240"/>
              <a:gd name="T22" fmla="*/ 2880 w 11520"/>
              <a:gd name="T23" fmla="*/ 3200 h 10240"/>
              <a:gd name="T24" fmla="*/ 3200 w 11520"/>
              <a:gd name="T25" fmla="*/ 3520 h 10240"/>
              <a:gd name="T26" fmla="*/ 5440 w 11520"/>
              <a:gd name="T27" fmla="*/ 3520 h 10240"/>
              <a:gd name="T28" fmla="*/ 5440 w 11520"/>
              <a:gd name="T29" fmla="*/ 4800 h 10240"/>
              <a:gd name="T30" fmla="*/ 1600 w 11520"/>
              <a:gd name="T31" fmla="*/ 4800 h 10240"/>
              <a:gd name="T32" fmla="*/ 1280 w 11520"/>
              <a:gd name="T33" fmla="*/ 5120 h 10240"/>
              <a:gd name="T34" fmla="*/ 1280 w 11520"/>
              <a:gd name="T35" fmla="*/ 6432 h 10240"/>
              <a:gd name="T36" fmla="*/ 0 w 11520"/>
              <a:gd name="T37" fmla="*/ 8000 h 10240"/>
              <a:gd name="T38" fmla="*/ 1600 w 11520"/>
              <a:gd name="T39" fmla="*/ 9600 h 10240"/>
              <a:gd name="T40" fmla="*/ 3200 w 11520"/>
              <a:gd name="T41" fmla="*/ 8000 h 10240"/>
              <a:gd name="T42" fmla="*/ 1920 w 11520"/>
              <a:gd name="T43" fmla="*/ 6432 h 10240"/>
              <a:gd name="T44" fmla="*/ 1920 w 11520"/>
              <a:gd name="T45" fmla="*/ 5440 h 10240"/>
              <a:gd name="T46" fmla="*/ 5440 w 11520"/>
              <a:gd name="T47" fmla="*/ 5440 h 10240"/>
              <a:gd name="T48" fmla="*/ 5440 w 11520"/>
              <a:gd name="T49" fmla="*/ 7072 h 10240"/>
              <a:gd name="T50" fmla="*/ 4160 w 11520"/>
              <a:gd name="T51" fmla="*/ 8640 h 10240"/>
              <a:gd name="T52" fmla="*/ 5760 w 11520"/>
              <a:gd name="T53" fmla="*/ 10240 h 10240"/>
              <a:gd name="T54" fmla="*/ 7360 w 11520"/>
              <a:gd name="T55" fmla="*/ 8640 h 10240"/>
              <a:gd name="T56" fmla="*/ 6080 w 11520"/>
              <a:gd name="T57" fmla="*/ 7072 h 10240"/>
              <a:gd name="T58" fmla="*/ 6080 w 11520"/>
              <a:gd name="T59" fmla="*/ 5440 h 10240"/>
              <a:gd name="T60" fmla="*/ 9600 w 11520"/>
              <a:gd name="T61" fmla="*/ 5440 h 10240"/>
              <a:gd name="T62" fmla="*/ 9600 w 11520"/>
              <a:gd name="T63" fmla="*/ 6432 h 10240"/>
              <a:gd name="T64" fmla="*/ 8320 w 11520"/>
              <a:gd name="T65" fmla="*/ 8000 h 10240"/>
              <a:gd name="T66" fmla="*/ 9920 w 11520"/>
              <a:gd name="T67" fmla="*/ 9600 h 10240"/>
              <a:gd name="T68" fmla="*/ 11520 w 11520"/>
              <a:gd name="T69" fmla="*/ 8000 h 10240"/>
              <a:gd name="T70" fmla="*/ 10240 w 11520"/>
              <a:gd name="T71" fmla="*/ 6432 h 10240"/>
              <a:gd name="T72" fmla="*/ 3520 w 11520"/>
              <a:gd name="T73" fmla="*/ 640 h 10240"/>
              <a:gd name="T74" fmla="*/ 8000 w 11520"/>
              <a:gd name="T75" fmla="*/ 640 h 10240"/>
              <a:gd name="T76" fmla="*/ 8000 w 11520"/>
              <a:gd name="T77" fmla="*/ 2880 h 10240"/>
              <a:gd name="T78" fmla="*/ 3520 w 11520"/>
              <a:gd name="T79" fmla="*/ 2880 h 10240"/>
              <a:gd name="T80" fmla="*/ 3520 w 11520"/>
              <a:gd name="T81" fmla="*/ 640 h 10240"/>
              <a:gd name="T82" fmla="*/ 2560 w 11520"/>
              <a:gd name="T83" fmla="*/ 8000 h 10240"/>
              <a:gd name="T84" fmla="*/ 1600 w 11520"/>
              <a:gd name="T85" fmla="*/ 8960 h 10240"/>
              <a:gd name="T86" fmla="*/ 640 w 11520"/>
              <a:gd name="T87" fmla="*/ 8000 h 10240"/>
              <a:gd name="T88" fmla="*/ 1280 w 11520"/>
              <a:gd name="T89" fmla="*/ 7104 h 10240"/>
              <a:gd name="T90" fmla="*/ 1440 w 11520"/>
              <a:gd name="T91" fmla="*/ 7072 h 10240"/>
              <a:gd name="T92" fmla="*/ 1760 w 11520"/>
              <a:gd name="T93" fmla="*/ 7072 h 10240"/>
              <a:gd name="T94" fmla="*/ 1920 w 11520"/>
              <a:gd name="T95" fmla="*/ 7104 h 10240"/>
              <a:gd name="T96" fmla="*/ 2560 w 11520"/>
              <a:gd name="T97" fmla="*/ 8000 h 10240"/>
              <a:gd name="T98" fmla="*/ 6720 w 11520"/>
              <a:gd name="T99" fmla="*/ 8640 h 10240"/>
              <a:gd name="T100" fmla="*/ 5760 w 11520"/>
              <a:gd name="T101" fmla="*/ 9600 h 10240"/>
              <a:gd name="T102" fmla="*/ 4800 w 11520"/>
              <a:gd name="T103" fmla="*/ 8640 h 10240"/>
              <a:gd name="T104" fmla="*/ 5760 w 11520"/>
              <a:gd name="T105" fmla="*/ 7680 h 10240"/>
              <a:gd name="T106" fmla="*/ 6720 w 11520"/>
              <a:gd name="T107" fmla="*/ 8640 h 10240"/>
              <a:gd name="T108" fmla="*/ 9920 w 11520"/>
              <a:gd name="T109" fmla="*/ 8960 h 10240"/>
              <a:gd name="T110" fmla="*/ 8960 w 11520"/>
              <a:gd name="T111" fmla="*/ 8000 h 10240"/>
              <a:gd name="T112" fmla="*/ 9600 w 11520"/>
              <a:gd name="T113" fmla="*/ 7104 h 10240"/>
              <a:gd name="T114" fmla="*/ 10240 w 11520"/>
              <a:gd name="T115" fmla="*/ 7104 h 10240"/>
              <a:gd name="T116" fmla="*/ 10880 w 11520"/>
              <a:gd name="T117" fmla="*/ 8000 h 10240"/>
              <a:gd name="T118" fmla="*/ 9920 w 11520"/>
              <a:gd name="T119" fmla="*/ 8960 h 10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520" h="10240">
                <a:moveTo>
                  <a:pt x="10240" y="6432"/>
                </a:moveTo>
                <a:lnTo>
                  <a:pt x="10240" y="5120"/>
                </a:lnTo>
                <a:cubicBezTo>
                  <a:pt x="10240" y="4928"/>
                  <a:pt x="10080" y="4800"/>
                  <a:pt x="9920" y="4800"/>
                </a:cubicBezTo>
                <a:lnTo>
                  <a:pt x="6080" y="4800"/>
                </a:lnTo>
                <a:lnTo>
                  <a:pt x="6080" y="3520"/>
                </a:lnTo>
                <a:lnTo>
                  <a:pt x="8320" y="3520"/>
                </a:lnTo>
                <a:cubicBezTo>
                  <a:pt x="8512" y="3520"/>
                  <a:pt x="8640" y="3392"/>
                  <a:pt x="8640" y="3200"/>
                </a:cubicBezTo>
                <a:lnTo>
                  <a:pt x="8640" y="320"/>
                </a:lnTo>
                <a:cubicBezTo>
                  <a:pt x="8640" y="128"/>
                  <a:pt x="8512" y="0"/>
                  <a:pt x="8320" y="0"/>
                </a:cubicBezTo>
                <a:lnTo>
                  <a:pt x="3200" y="0"/>
                </a:lnTo>
                <a:cubicBezTo>
                  <a:pt x="3008" y="0"/>
                  <a:pt x="2880" y="128"/>
                  <a:pt x="2880" y="320"/>
                </a:cubicBezTo>
                <a:lnTo>
                  <a:pt x="2880" y="3200"/>
                </a:lnTo>
                <a:cubicBezTo>
                  <a:pt x="2880" y="3392"/>
                  <a:pt x="3008" y="3520"/>
                  <a:pt x="3200" y="3520"/>
                </a:cubicBezTo>
                <a:lnTo>
                  <a:pt x="5440" y="3520"/>
                </a:lnTo>
                <a:lnTo>
                  <a:pt x="5440" y="4800"/>
                </a:lnTo>
                <a:lnTo>
                  <a:pt x="1600" y="4800"/>
                </a:lnTo>
                <a:cubicBezTo>
                  <a:pt x="1440" y="4800"/>
                  <a:pt x="1280" y="4928"/>
                  <a:pt x="1280" y="5120"/>
                </a:cubicBezTo>
                <a:lnTo>
                  <a:pt x="1280" y="6432"/>
                </a:lnTo>
                <a:cubicBezTo>
                  <a:pt x="544" y="6592"/>
                  <a:pt x="0" y="7232"/>
                  <a:pt x="0" y="8000"/>
                </a:cubicBezTo>
                <a:cubicBezTo>
                  <a:pt x="0" y="8896"/>
                  <a:pt x="704" y="9600"/>
                  <a:pt x="1600" y="9600"/>
                </a:cubicBezTo>
                <a:cubicBezTo>
                  <a:pt x="2496" y="9600"/>
                  <a:pt x="3200" y="8896"/>
                  <a:pt x="3200" y="8000"/>
                </a:cubicBezTo>
                <a:cubicBezTo>
                  <a:pt x="3200" y="7232"/>
                  <a:pt x="2656" y="6592"/>
                  <a:pt x="1920" y="6432"/>
                </a:cubicBezTo>
                <a:lnTo>
                  <a:pt x="1920" y="5440"/>
                </a:lnTo>
                <a:lnTo>
                  <a:pt x="5440" y="5440"/>
                </a:lnTo>
                <a:lnTo>
                  <a:pt x="5440" y="7072"/>
                </a:lnTo>
                <a:cubicBezTo>
                  <a:pt x="4704" y="7232"/>
                  <a:pt x="4160" y="7872"/>
                  <a:pt x="4160" y="8640"/>
                </a:cubicBezTo>
                <a:cubicBezTo>
                  <a:pt x="4160" y="9536"/>
                  <a:pt x="4864" y="10240"/>
                  <a:pt x="5760" y="10240"/>
                </a:cubicBezTo>
                <a:cubicBezTo>
                  <a:pt x="6656" y="10240"/>
                  <a:pt x="7360" y="9536"/>
                  <a:pt x="7360" y="8640"/>
                </a:cubicBezTo>
                <a:cubicBezTo>
                  <a:pt x="7360" y="7872"/>
                  <a:pt x="6816" y="7232"/>
                  <a:pt x="6080" y="7072"/>
                </a:cubicBezTo>
                <a:lnTo>
                  <a:pt x="6080" y="5440"/>
                </a:lnTo>
                <a:lnTo>
                  <a:pt x="9600" y="5440"/>
                </a:lnTo>
                <a:lnTo>
                  <a:pt x="9600" y="6432"/>
                </a:lnTo>
                <a:cubicBezTo>
                  <a:pt x="8864" y="6592"/>
                  <a:pt x="8320" y="7232"/>
                  <a:pt x="8320" y="8000"/>
                </a:cubicBezTo>
                <a:cubicBezTo>
                  <a:pt x="8320" y="8896"/>
                  <a:pt x="9024" y="9600"/>
                  <a:pt x="9920" y="9600"/>
                </a:cubicBezTo>
                <a:cubicBezTo>
                  <a:pt x="10816" y="9600"/>
                  <a:pt x="11520" y="8896"/>
                  <a:pt x="11520" y="8000"/>
                </a:cubicBezTo>
                <a:cubicBezTo>
                  <a:pt x="11520" y="7232"/>
                  <a:pt x="10976" y="6592"/>
                  <a:pt x="10240" y="6432"/>
                </a:cubicBezTo>
                <a:close/>
                <a:moveTo>
                  <a:pt x="3520" y="640"/>
                </a:moveTo>
                <a:lnTo>
                  <a:pt x="8000" y="640"/>
                </a:lnTo>
                <a:lnTo>
                  <a:pt x="8000" y="2880"/>
                </a:lnTo>
                <a:lnTo>
                  <a:pt x="3520" y="2880"/>
                </a:lnTo>
                <a:lnTo>
                  <a:pt x="3520" y="640"/>
                </a:lnTo>
                <a:close/>
                <a:moveTo>
                  <a:pt x="2560" y="8000"/>
                </a:moveTo>
                <a:cubicBezTo>
                  <a:pt x="2560" y="8512"/>
                  <a:pt x="2144" y="8960"/>
                  <a:pt x="1600" y="8960"/>
                </a:cubicBezTo>
                <a:cubicBezTo>
                  <a:pt x="1056" y="8960"/>
                  <a:pt x="640" y="8512"/>
                  <a:pt x="640" y="8000"/>
                </a:cubicBezTo>
                <a:cubicBezTo>
                  <a:pt x="640" y="7584"/>
                  <a:pt x="896" y="7232"/>
                  <a:pt x="1280" y="7104"/>
                </a:cubicBezTo>
                <a:cubicBezTo>
                  <a:pt x="1344" y="7072"/>
                  <a:pt x="1376" y="7072"/>
                  <a:pt x="1440" y="7072"/>
                </a:cubicBezTo>
                <a:lnTo>
                  <a:pt x="1760" y="7072"/>
                </a:lnTo>
                <a:cubicBezTo>
                  <a:pt x="1824" y="7072"/>
                  <a:pt x="1856" y="7104"/>
                  <a:pt x="1920" y="7104"/>
                </a:cubicBezTo>
                <a:cubicBezTo>
                  <a:pt x="2304" y="7232"/>
                  <a:pt x="2560" y="7584"/>
                  <a:pt x="2560" y="8000"/>
                </a:cubicBezTo>
                <a:close/>
                <a:moveTo>
                  <a:pt x="6720" y="8640"/>
                </a:moveTo>
                <a:cubicBezTo>
                  <a:pt x="6720" y="9152"/>
                  <a:pt x="6304" y="9600"/>
                  <a:pt x="5760" y="9600"/>
                </a:cubicBezTo>
                <a:cubicBezTo>
                  <a:pt x="5216" y="9600"/>
                  <a:pt x="4800" y="9152"/>
                  <a:pt x="4800" y="8640"/>
                </a:cubicBezTo>
                <a:cubicBezTo>
                  <a:pt x="4800" y="8096"/>
                  <a:pt x="5216" y="7680"/>
                  <a:pt x="5760" y="7680"/>
                </a:cubicBezTo>
                <a:cubicBezTo>
                  <a:pt x="6304" y="7680"/>
                  <a:pt x="6720" y="8096"/>
                  <a:pt x="6720" y="8640"/>
                </a:cubicBezTo>
                <a:close/>
                <a:moveTo>
                  <a:pt x="9920" y="8960"/>
                </a:moveTo>
                <a:cubicBezTo>
                  <a:pt x="9376" y="8960"/>
                  <a:pt x="8960" y="8512"/>
                  <a:pt x="8960" y="8000"/>
                </a:cubicBezTo>
                <a:cubicBezTo>
                  <a:pt x="8960" y="7584"/>
                  <a:pt x="9216" y="7232"/>
                  <a:pt x="9600" y="7104"/>
                </a:cubicBezTo>
                <a:lnTo>
                  <a:pt x="10240" y="7104"/>
                </a:lnTo>
                <a:cubicBezTo>
                  <a:pt x="10624" y="7232"/>
                  <a:pt x="10880" y="7584"/>
                  <a:pt x="10880" y="8000"/>
                </a:cubicBezTo>
                <a:cubicBezTo>
                  <a:pt x="10880" y="8512"/>
                  <a:pt x="10464" y="8960"/>
                  <a:pt x="9920" y="89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MuseoModerno Black" pitchFamily="2" charset="0"/>
            </a:endParaRPr>
          </a:p>
        </p:txBody>
      </p:sp>
      <p:sp>
        <p:nvSpPr>
          <p:cNvPr id="40" name="矩形: 圆角 39"/>
          <p:cNvSpPr/>
          <p:nvPr>
            <p:custDataLst>
              <p:tags r:id="rId20"/>
            </p:custDataLst>
          </p:nvPr>
        </p:nvSpPr>
        <p:spPr>
          <a:xfrm>
            <a:off x="8818880" y="4164330"/>
            <a:ext cx="2528570" cy="499110"/>
          </a:xfrm>
          <a:prstGeom prst="roundRect">
            <a:avLst>
              <a:gd name="adj" fmla="val 50000"/>
            </a:avLst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ru-RU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Офисные работники</a:t>
            </a:r>
          </a:p>
        </p:txBody>
      </p:sp>
      <p:pic>
        <p:nvPicPr>
          <p:cNvPr id="2" name="图形 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434996" y="2511743"/>
            <a:ext cx="1176225" cy="4101708"/>
          </a:xfrm>
          <a:prstGeom prst="rect">
            <a:avLst/>
          </a:prstGeom>
        </p:spPr>
      </p:pic>
      <p:pic>
        <p:nvPicPr>
          <p:cNvPr id="68" name="图形 67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flipH="1">
            <a:off x="496307" y="5265100"/>
            <a:ext cx="981619" cy="1130349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802247" y="560637"/>
            <a:ext cx="10587507" cy="1758008"/>
            <a:chOff x="770295" y="560637"/>
            <a:chExt cx="10587507" cy="1758008"/>
          </a:xfrm>
        </p:grpSpPr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70295" y="560637"/>
              <a:ext cx="1075064" cy="1501032"/>
            </a:xfrm>
            <a:prstGeom prst="rect">
              <a:avLst/>
            </a:prstGeom>
          </p:spPr>
        </p:pic>
        <p:pic>
          <p:nvPicPr>
            <p:cNvPr id="3" name="图形 2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891552" y="1302460"/>
              <a:ext cx="466250" cy="1016185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4042" y="244549"/>
            <a:ext cx="11663916" cy="6368902"/>
          </a:xfrm>
          <a:prstGeom prst="rect">
            <a:avLst/>
          </a:prstGeom>
          <a:solidFill>
            <a:srgbClr val="FE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86105" y="417195"/>
            <a:ext cx="111131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4800" dirty="0">
                <a:solidFill>
                  <a:srgbClr val="615DA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описание предметной области</a:t>
            </a:r>
          </a:p>
        </p:txBody>
      </p:sp>
      <p:pic>
        <p:nvPicPr>
          <p:cNvPr id="45" name="图形 4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7080" y="506730"/>
            <a:ext cx="715010" cy="650240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586105" y="1256665"/>
            <a:ext cx="6172200" cy="52254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предоставляет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возможность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планирования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встреч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составлять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расписания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управлять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временем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хранит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информацию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пользователях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отчёты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статистику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связанную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списками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также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количество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набранных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пользователем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очков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опыта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могут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создавать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списки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дел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распределять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категориям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выбирать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методику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управления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временем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фоновую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музыку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копить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баллы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уведомляет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предстоящих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задачах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встречах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сроках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В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течении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дня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/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недели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/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месяца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собирается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статистика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выполненных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пользователем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заданиях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,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их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количестве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полученных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за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них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очков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опыта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r>
              <a:rPr lang="ru-RU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Статистика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собирается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в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отчёт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и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система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отправляет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его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пользователю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на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почту</a:t>
            </a:r>
            <a:r>
              <a:rPr lang="en-US" alt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endParaRPr lang="ru-RU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10" name="图形 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8718550" y="2630170"/>
            <a:ext cx="2980690" cy="3380740"/>
          </a:xfrm>
          <a:prstGeom prst="rect">
            <a:avLst/>
          </a:prstGeom>
        </p:spPr>
      </p:pic>
      <p:pic>
        <p:nvPicPr>
          <p:cNvPr id="11" name="图形 2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7280275" y="3206115"/>
            <a:ext cx="592455" cy="1640205"/>
          </a:xfrm>
          <a:prstGeom prst="rect">
            <a:avLst/>
          </a:prstGeom>
        </p:spPr>
      </p:pic>
      <p:pic>
        <p:nvPicPr>
          <p:cNvPr id="12" name="图形 27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34555" y="5110480"/>
            <a:ext cx="901700" cy="1038860"/>
          </a:xfrm>
          <a:prstGeom prst="rect">
            <a:avLst/>
          </a:prstGeom>
        </p:spPr>
      </p:pic>
      <p:pic>
        <p:nvPicPr>
          <p:cNvPr id="13" name="图形 38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624820" y="1595755"/>
            <a:ext cx="1074420" cy="1499870"/>
          </a:xfrm>
          <a:prstGeom prst="rect">
            <a:avLst/>
          </a:prstGeom>
        </p:spPr>
      </p:pic>
      <p:pic>
        <p:nvPicPr>
          <p:cNvPr id="14" name="图形 24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7747635" y="1595755"/>
            <a:ext cx="1675130" cy="16649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277620" y="307975"/>
            <a:ext cx="985710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en-US" altLang="en-US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озможный</a:t>
            </a:r>
            <a:r>
              <a:rPr lang="en-US" altLang="ru-RU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</a:t>
            </a:r>
            <a:r>
              <a:rPr lang="en-US" altLang="ru-RU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приложения</a:t>
            </a:r>
          </a:p>
        </p:txBody>
      </p:sp>
      <p:sp>
        <p:nvSpPr>
          <p:cNvPr id="4" name="Параллелограмм 14"/>
          <p:cNvSpPr/>
          <p:nvPr>
            <p:custDataLst>
              <p:tags r:id="rId2"/>
            </p:custDataLst>
          </p:nvPr>
        </p:nvSpPr>
        <p:spPr>
          <a:xfrm>
            <a:off x="5544443" y="1819326"/>
            <a:ext cx="951134" cy="908141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00">
              <a:cs typeface="Manrope SemiBold" charset="0"/>
            </a:endParaRPr>
          </a:p>
        </p:txBody>
      </p:sp>
      <p:sp>
        <p:nvSpPr>
          <p:cNvPr id="5" name="Параллелограмм 16"/>
          <p:cNvSpPr/>
          <p:nvPr>
            <p:custDataLst>
              <p:tags r:id="rId3"/>
            </p:custDataLst>
          </p:nvPr>
        </p:nvSpPr>
        <p:spPr>
          <a:xfrm>
            <a:off x="5544443" y="3151938"/>
            <a:ext cx="951134" cy="908141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00">
              <a:cs typeface="Manrope SemiBold" charset="0"/>
            </a:endParaRPr>
          </a:p>
        </p:txBody>
      </p:sp>
      <p:sp>
        <p:nvSpPr>
          <p:cNvPr id="6" name="Параллелограмм 19"/>
          <p:cNvSpPr/>
          <p:nvPr>
            <p:custDataLst>
              <p:tags r:id="rId4"/>
            </p:custDataLst>
          </p:nvPr>
        </p:nvSpPr>
        <p:spPr>
          <a:xfrm>
            <a:off x="5544443" y="4515031"/>
            <a:ext cx="951134" cy="908141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00">
              <a:cs typeface="Manrope SemiBold" charset="0"/>
            </a:endParaRPr>
          </a:p>
        </p:txBody>
      </p:sp>
      <p:cxnSp>
        <p:nvCxnSpPr>
          <p:cNvPr id="7" name="直接连接符 1"/>
          <p:cNvCxnSpPr/>
          <p:nvPr/>
        </p:nvCxnSpPr>
        <p:spPr>
          <a:xfrm>
            <a:off x="757746" y="1689006"/>
            <a:ext cx="3639185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"/>
          <p:cNvSpPr txBox="1"/>
          <p:nvPr/>
        </p:nvSpPr>
        <p:spPr>
          <a:xfrm>
            <a:off x="630555" y="1892300"/>
            <a:ext cx="4840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приложение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предоставляет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следующий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9" name="TextBox 15"/>
          <p:cNvSpPr txBox="1"/>
          <p:nvPr/>
        </p:nvSpPr>
        <p:spPr>
          <a:xfrm>
            <a:off x="635000" y="2784475"/>
            <a:ext cx="4798695" cy="2551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уникальный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таймер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свои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нужды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фоновые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звуки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шум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дождя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треск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пламени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или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классическ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ая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музык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а, методики (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Pomodoro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</a:t>
            </a:r>
            <a:r>
              <a:rPr lang="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</a:t>
            </a:r>
            <a:r>
              <a:rPr 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Матрица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Эйзенхауэра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у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становка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дедлайнов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начисление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дополнительных</a:t>
            </a:r>
            <a:r>
              <a:rPr lang="en-US" altLang="ru-RU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баллов</a:t>
            </a:r>
            <a:r>
              <a:rPr lang="ru-RU" altLang="en-US" sz="16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т.д.</a:t>
            </a:r>
          </a:p>
        </p:txBody>
      </p:sp>
      <p:sp>
        <p:nvSpPr>
          <p:cNvPr id="10" name="TextBox 15"/>
          <p:cNvSpPr txBox="1"/>
          <p:nvPr/>
        </p:nvSpPr>
        <p:spPr>
          <a:xfrm>
            <a:off x="630555" y="5216203"/>
            <a:ext cx="471819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комбинация этих пунктов обеспечивает наибольшую вовлеченность в процесс выполнения рутинных задач</a:t>
            </a:r>
          </a:p>
        </p:txBody>
      </p:sp>
      <p:sp>
        <p:nvSpPr>
          <p:cNvPr id="14" name="TextBox 16"/>
          <p:cNvSpPr txBox="1"/>
          <p:nvPr>
            <p:custDataLst>
              <p:tags r:id="rId5"/>
            </p:custDataLst>
          </p:nvPr>
        </p:nvSpPr>
        <p:spPr>
          <a:xfrm>
            <a:off x="6601460" y="1860734"/>
            <a:ext cx="3601720" cy="1031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ru-RU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Выбор</a:t>
            </a:r>
            <a:r>
              <a:rPr lang="en-US" altLang="ru-RU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методики </a:t>
            </a:r>
            <a:r>
              <a:rPr lang="en-US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распределения</a:t>
            </a:r>
            <a:r>
              <a:rPr lang="en-US" altLang="ru-RU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времени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6601808" y="3349839"/>
            <a:ext cx="2933700" cy="884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Выбор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фоновых</a:t>
            </a:r>
            <a:r>
              <a:rPr lang="en-US" altLang="ru-RU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звуков</a:t>
            </a:r>
          </a:p>
        </p:txBody>
      </p:sp>
      <p:sp>
        <p:nvSpPr>
          <p:cNvPr id="20" name="TextBox 16"/>
          <p:cNvSpPr txBox="1"/>
          <p:nvPr>
            <p:custDataLst>
              <p:tags r:id="rId7"/>
            </p:custDataLst>
          </p:nvPr>
        </p:nvSpPr>
        <p:spPr>
          <a:xfrm>
            <a:off x="6596380" y="4544879"/>
            <a:ext cx="2929255" cy="884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баллов и уровней</a:t>
            </a:r>
          </a:p>
        </p:txBody>
      </p:sp>
      <p:sp>
        <p:nvSpPr>
          <p:cNvPr id="22" name="Freeform: Shape 24"/>
          <p:cNvSpPr/>
          <p:nvPr>
            <p:custDataLst>
              <p:tags r:id="rId8"/>
            </p:custDataLst>
          </p:nvPr>
        </p:nvSpPr>
        <p:spPr>
          <a:xfrm>
            <a:off x="5848231" y="2107922"/>
            <a:ext cx="334252" cy="334252"/>
          </a:xfrm>
          <a:custGeom>
            <a:avLst/>
            <a:gdLst>
              <a:gd name="T0" fmla="*/ 6066 w 12131"/>
              <a:gd name="T1" fmla="*/ 12131 h 12131"/>
              <a:gd name="T2" fmla="*/ 12131 w 12131"/>
              <a:gd name="T3" fmla="*/ 6065 h 12131"/>
              <a:gd name="T4" fmla="*/ 6066 w 12131"/>
              <a:gd name="T5" fmla="*/ 0 h 12131"/>
              <a:gd name="T6" fmla="*/ 0 w 12131"/>
              <a:gd name="T7" fmla="*/ 6065 h 12131"/>
              <a:gd name="T8" fmla="*/ 6066 w 12131"/>
              <a:gd name="T9" fmla="*/ 12131 h 12131"/>
              <a:gd name="T10" fmla="*/ 6066 w 12131"/>
              <a:gd name="T11" fmla="*/ 758 h 12131"/>
              <a:gd name="T12" fmla="*/ 11373 w 12131"/>
              <a:gd name="T13" fmla="*/ 6065 h 12131"/>
              <a:gd name="T14" fmla="*/ 6066 w 12131"/>
              <a:gd name="T15" fmla="*/ 11373 h 12131"/>
              <a:gd name="T16" fmla="*/ 758 w 12131"/>
              <a:gd name="T17" fmla="*/ 6065 h 12131"/>
              <a:gd name="T18" fmla="*/ 6066 w 12131"/>
              <a:gd name="T19" fmla="*/ 758 h 12131"/>
              <a:gd name="T20" fmla="*/ 5733 w 12131"/>
              <a:gd name="T21" fmla="*/ 7785 h 12131"/>
              <a:gd name="T22" fmla="*/ 6066 w 12131"/>
              <a:gd name="T23" fmla="*/ 7930 h 12131"/>
              <a:gd name="T24" fmla="*/ 6399 w 12131"/>
              <a:gd name="T25" fmla="*/ 7785 h 12131"/>
              <a:gd name="T26" fmla="*/ 9302 w 12131"/>
              <a:gd name="T27" fmla="*/ 4882 h 12131"/>
              <a:gd name="T28" fmla="*/ 9302 w 12131"/>
              <a:gd name="T29" fmla="*/ 4346 h 12131"/>
              <a:gd name="T30" fmla="*/ 8765 w 12131"/>
              <a:gd name="T31" fmla="*/ 4346 h 12131"/>
              <a:gd name="T32" fmla="*/ 6066 w 12131"/>
              <a:gd name="T33" fmla="*/ 7046 h 12131"/>
              <a:gd name="T34" fmla="*/ 3366 w 12131"/>
              <a:gd name="T35" fmla="*/ 4346 h 12131"/>
              <a:gd name="T36" fmla="*/ 2830 w 12131"/>
              <a:gd name="T37" fmla="*/ 4346 h 12131"/>
              <a:gd name="T38" fmla="*/ 2830 w 12131"/>
              <a:gd name="T39" fmla="*/ 4882 h 12131"/>
              <a:gd name="T40" fmla="*/ 5732 w 12131"/>
              <a:gd name="T41" fmla="*/ 7785 h 12131"/>
              <a:gd name="T42" fmla="*/ 5733 w 12131"/>
              <a:gd name="T43" fmla="*/ 7785 h 12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131" h="12131">
                <a:moveTo>
                  <a:pt x="6066" y="12131"/>
                </a:moveTo>
                <a:cubicBezTo>
                  <a:pt x="9416" y="12131"/>
                  <a:pt x="12131" y="9416"/>
                  <a:pt x="12131" y="6065"/>
                </a:cubicBezTo>
                <a:cubicBezTo>
                  <a:pt x="12131" y="2715"/>
                  <a:pt x="9416" y="0"/>
                  <a:pt x="6066" y="0"/>
                </a:cubicBezTo>
                <a:cubicBezTo>
                  <a:pt x="2715" y="0"/>
                  <a:pt x="0" y="2715"/>
                  <a:pt x="0" y="6065"/>
                </a:cubicBezTo>
                <a:cubicBezTo>
                  <a:pt x="0" y="9416"/>
                  <a:pt x="2715" y="12131"/>
                  <a:pt x="6066" y="12131"/>
                </a:cubicBezTo>
                <a:close/>
                <a:moveTo>
                  <a:pt x="6066" y="758"/>
                </a:moveTo>
                <a:cubicBezTo>
                  <a:pt x="8997" y="758"/>
                  <a:pt x="11373" y="3134"/>
                  <a:pt x="11373" y="6065"/>
                </a:cubicBezTo>
                <a:cubicBezTo>
                  <a:pt x="11373" y="8997"/>
                  <a:pt x="8997" y="11373"/>
                  <a:pt x="6066" y="11373"/>
                </a:cubicBezTo>
                <a:cubicBezTo>
                  <a:pt x="3134" y="11373"/>
                  <a:pt x="758" y="8997"/>
                  <a:pt x="758" y="6065"/>
                </a:cubicBezTo>
                <a:cubicBezTo>
                  <a:pt x="758" y="3134"/>
                  <a:pt x="3134" y="758"/>
                  <a:pt x="6066" y="758"/>
                </a:cubicBezTo>
                <a:close/>
                <a:moveTo>
                  <a:pt x="5733" y="7785"/>
                </a:moveTo>
                <a:cubicBezTo>
                  <a:pt x="5823" y="7876"/>
                  <a:pt x="5948" y="7951"/>
                  <a:pt x="6066" y="7930"/>
                </a:cubicBezTo>
                <a:cubicBezTo>
                  <a:pt x="6183" y="7951"/>
                  <a:pt x="6308" y="7876"/>
                  <a:pt x="6399" y="7785"/>
                </a:cubicBezTo>
                <a:lnTo>
                  <a:pt x="9302" y="4882"/>
                </a:lnTo>
                <a:cubicBezTo>
                  <a:pt x="9449" y="4734"/>
                  <a:pt x="9449" y="4494"/>
                  <a:pt x="9302" y="4346"/>
                </a:cubicBezTo>
                <a:cubicBezTo>
                  <a:pt x="9154" y="4198"/>
                  <a:pt x="8913" y="4198"/>
                  <a:pt x="8765" y="4346"/>
                </a:cubicBezTo>
                <a:lnTo>
                  <a:pt x="6066" y="7046"/>
                </a:lnTo>
                <a:lnTo>
                  <a:pt x="3366" y="4346"/>
                </a:lnTo>
                <a:cubicBezTo>
                  <a:pt x="3218" y="4198"/>
                  <a:pt x="2978" y="4198"/>
                  <a:pt x="2830" y="4346"/>
                </a:cubicBezTo>
                <a:cubicBezTo>
                  <a:pt x="2682" y="4494"/>
                  <a:pt x="2682" y="4734"/>
                  <a:pt x="2830" y="4882"/>
                </a:cubicBezTo>
                <a:lnTo>
                  <a:pt x="5732" y="7785"/>
                </a:lnTo>
                <a:lnTo>
                  <a:pt x="5733" y="77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cs typeface="Manrope SemiBold" charset="0"/>
            </a:endParaRPr>
          </a:p>
        </p:txBody>
      </p:sp>
      <p:sp>
        <p:nvSpPr>
          <p:cNvPr id="23" name="Freeform: Shape 24"/>
          <p:cNvSpPr/>
          <p:nvPr>
            <p:custDataLst>
              <p:tags r:id="rId9"/>
            </p:custDataLst>
          </p:nvPr>
        </p:nvSpPr>
        <p:spPr>
          <a:xfrm>
            <a:off x="5848231" y="3460886"/>
            <a:ext cx="334252" cy="313869"/>
          </a:xfrm>
          <a:custGeom>
            <a:avLst/>
            <a:gdLst>
              <a:gd name="T0" fmla="*/ 7131 w 12331"/>
              <a:gd name="T1" fmla="*/ 10894 h 11581"/>
              <a:gd name="T2" fmla="*/ 5633 w 12331"/>
              <a:gd name="T3" fmla="*/ 10145 h 11581"/>
              <a:gd name="T4" fmla="*/ 3408 w 12331"/>
              <a:gd name="T5" fmla="*/ 11238 h 11581"/>
              <a:gd name="T6" fmla="*/ 2261 w 12331"/>
              <a:gd name="T7" fmla="*/ 9142 h 11581"/>
              <a:gd name="T8" fmla="*/ 2205 w 12331"/>
              <a:gd name="T9" fmla="*/ 7487 h 11581"/>
              <a:gd name="T10" fmla="*/ 77 w 12331"/>
              <a:gd name="T11" fmla="*/ 6008 h 11581"/>
              <a:gd name="T12" fmla="*/ 2206 w 12331"/>
              <a:gd name="T13" fmla="*/ 4043 h 11581"/>
              <a:gd name="T14" fmla="*/ 2320 w 12331"/>
              <a:gd name="T15" fmla="*/ 2511 h 11581"/>
              <a:gd name="T16" fmla="*/ 5253 w 12331"/>
              <a:gd name="T17" fmla="*/ 708 h 11581"/>
              <a:gd name="T18" fmla="*/ 6774 w 12331"/>
              <a:gd name="T19" fmla="*/ 1415 h 11581"/>
              <a:gd name="T20" fmla="*/ 9236 w 12331"/>
              <a:gd name="T21" fmla="*/ 483 h 11581"/>
              <a:gd name="T22" fmla="*/ 10134 w 12331"/>
              <a:gd name="T23" fmla="*/ 2442 h 11581"/>
              <a:gd name="T24" fmla="*/ 10341 w 12331"/>
              <a:gd name="T25" fmla="*/ 4111 h 11581"/>
              <a:gd name="T26" fmla="*/ 11077 w 12331"/>
              <a:gd name="T27" fmla="*/ 4095 h 11581"/>
              <a:gd name="T28" fmla="*/ 12023 w 12331"/>
              <a:gd name="T29" fmla="*/ 6942 h 11581"/>
              <a:gd name="T30" fmla="*/ 10164 w 12331"/>
              <a:gd name="T31" fmla="*/ 7560 h 11581"/>
              <a:gd name="T32" fmla="*/ 10075 w 12331"/>
              <a:gd name="T33" fmla="*/ 9110 h 11581"/>
              <a:gd name="T34" fmla="*/ 8190 w 12331"/>
              <a:gd name="T35" fmla="*/ 11424 h 11581"/>
              <a:gd name="T36" fmla="*/ 7073 w 12331"/>
              <a:gd name="T37" fmla="*/ 9324 h 11581"/>
              <a:gd name="T38" fmla="*/ 7842 w 12331"/>
              <a:gd name="T39" fmla="*/ 10457 h 11581"/>
              <a:gd name="T40" fmla="*/ 9356 w 12331"/>
              <a:gd name="T41" fmla="*/ 9534 h 11581"/>
              <a:gd name="T42" fmla="*/ 8892 w 12331"/>
              <a:gd name="T43" fmla="*/ 8729 h 11581"/>
              <a:gd name="T44" fmla="*/ 9849 w 12331"/>
              <a:gd name="T45" fmla="*/ 6733 h 11581"/>
              <a:gd name="T46" fmla="*/ 11319 w 12331"/>
              <a:gd name="T47" fmla="*/ 6495 h 11581"/>
              <a:gd name="T48" fmla="*/ 11033 w 12331"/>
              <a:gd name="T49" fmla="*/ 4929 h 11581"/>
              <a:gd name="T50" fmla="*/ 10073 w 12331"/>
              <a:gd name="T51" fmla="*/ 4922 h 11581"/>
              <a:gd name="T52" fmla="*/ 8876 w 12331"/>
              <a:gd name="T53" fmla="*/ 3012 h 11581"/>
              <a:gd name="T54" fmla="*/ 9357 w 12331"/>
              <a:gd name="T55" fmla="*/ 1708 h 11581"/>
              <a:gd name="T56" fmla="*/ 8840 w 12331"/>
              <a:gd name="T57" fmla="*/ 1216 h 11581"/>
              <a:gd name="T58" fmla="*/ 7386 w 12331"/>
              <a:gd name="T59" fmla="*/ 2039 h 11581"/>
              <a:gd name="T60" fmla="*/ 5170 w 12331"/>
              <a:gd name="T61" fmla="*/ 2097 h 11581"/>
              <a:gd name="T62" fmla="*/ 4543 w 12331"/>
              <a:gd name="T63" fmla="*/ 1145 h 11581"/>
              <a:gd name="T64" fmla="*/ 3032 w 12331"/>
              <a:gd name="T65" fmla="*/ 2074 h 11581"/>
              <a:gd name="T66" fmla="*/ 3586 w 12331"/>
              <a:gd name="T67" fmla="*/ 3079 h 11581"/>
              <a:gd name="T68" fmla="*/ 2470 w 12331"/>
              <a:gd name="T69" fmla="*/ 4870 h 11581"/>
              <a:gd name="T70" fmla="*/ 910 w 12331"/>
              <a:gd name="T71" fmla="*/ 5940 h 11581"/>
              <a:gd name="T72" fmla="*/ 1384 w 12331"/>
              <a:gd name="T73" fmla="*/ 6675 h 11581"/>
              <a:gd name="T74" fmla="*/ 2542 w 12331"/>
              <a:gd name="T75" fmla="*/ 6693 h 11581"/>
              <a:gd name="T76" fmla="*/ 3575 w 12331"/>
              <a:gd name="T77" fmla="*/ 8467 h 11581"/>
              <a:gd name="T78" fmla="*/ 2905 w 12331"/>
              <a:gd name="T79" fmla="*/ 9802 h 11581"/>
              <a:gd name="T80" fmla="*/ 4545 w 12331"/>
              <a:gd name="T81" fmla="*/ 10402 h 11581"/>
              <a:gd name="T82" fmla="*/ 5077 w 12331"/>
              <a:gd name="T83" fmla="*/ 9494 h 11581"/>
              <a:gd name="T84" fmla="*/ 6161 w 12331"/>
              <a:gd name="T85" fmla="*/ 7996 h 11581"/>
              <a:gd name="T86" fmla="*/ 6161 w 12331"/>
              <a:gd name="T87" fmla="*/ 3643 h 11581"/>
              <a:gd name="T88" fmla="*/ 6161 w 12331"/>
              <a:gd name="T89" fmla="*/ 7996 h 11581"/>
              <a:gd name="T90" fmla="*/ 4820 w 12331"/>
              <a:gd name="T91" fmla="*/ 5819 h 11581"/>
              <a:gd name="T92" fmla="*/ 7503 w 12331"/>
              <a:gd name="T93" fmla="*/ 5819 h 11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331" h="11581">
                <a:moveTo>
                  <a:pt x="8190" y="11424"/>
                </a:moveTo>
                <a:cubicBezTo>
                  <a:pt x="7739" y="11424"/>
                  <a:pt x="7346" y="11244"/>
                  <a:pt x="7131" y="10894"/>
                </a:cubicBezTo>
                <a:lnTo>
                  <a:pt x="6623" y="10069"/>
                </a:lnTo>
                <a:cubicBezTo>
                  <a:pt x="6370" y="10050"/>
                  <a:pt x="5853" y="10084"/>
                  <a:pt x="5633" y="10145"/>
                </a:cubicBezTo>
                <a:lnTo>
                  <a:pt x="5279" y="10799"/>
                </a:lnTo>
                <a:cubicBezTo>
                  <a:pt x="4962" y="11384"/>
                  <a:pt x="4124" y="11581"/>
                  <a:pt x="3408" y="11238"/>
                </a:cubicBezTo>
                <a:cubicBezTo>
                  <a:pt x="2657" y="10886"/>
                  <a:pt x="2222" y="10478"/>
                  <a:pt x="2099" y="10018"/>
                </a:cubicBezTo>
                <a:cubicBezTo>
                  <a:pt x="2043" y="9810"/>
                  <a:pt x="2027" y="9491"/>
                  <a:pt x="2261" y="9142"/>
                </a:cubicBezTo>
                <a:lnTo>
                  <a:pt x="2711" y="8310"/>
                </a:lnTo>
                <a:cubicBezTo>
                  <a:pt x="2618" y="8086"/>
                  <a:pt x="2358" y="7664"/>
                  <a:pt x="2205" y="7487"/>
                </a:cubicBezTo>
                <a:lnTo>
                  <a:pt x="1406" y="7509"/>
                </a:lnTo>
                <a:cubicBezTo>
                  <a:pt x="722" y="7523"/>
                  <a:pt x="126" y="6854"/>
                  <a:pt x="77" y="6008"/>
                </a:cubicBezTo>
                <a:cubicBezTo>
                  <a:pt x="0" y="4882"/>
                  <a:pt x="463" y="4143"/>
                  <a:pt x="1286" y="4069"/>
                </a:cubicBezTo>
                <a:lnTo>
                  <a:pt x="2206" y="4043"/>
                </a:lnTo>
                <a:cubicBezTo>
                  <a:pt x="2364" y="3862"/>
                  <a:pt x="2634" y="3405"/>
                  <a:pt x="2724" y="3168"/>
                </a:cubicBezTo>
                <a:lnTo>
                  <a:pt x="2320" y="2511"/>
                </a:lnTo>
                <a:cubicBezTo>
                  <a:pt x="1940" y="1892"/>
                  <a:pt x="2286" y="1011"/>
                  <a:pt x="3109" y="506"/>
                </a:cubicBezTo>
                <a:cubicBezTo>
                  <a:pt x="3931" y="0"/>
                  <a:pt x="4873" y="89"/>
                  <a:pt x="5253" y="708"/>
                </a:cubicBezTo>
                <a:lnTo>
                  <a:pt x="5687" y="1414"/>
                </a:lnTo>
                <a:cubicBezTo>
                  <a:pt x="5933" y="1463"/>
                  <a:pt x="6520" y="1464"/>
                  <a:pt x="6774" y="1415"/>
                </a:cubicBezTo>
                <a:lnTo>
                  <a:pt x="7158" y="717"/>
                </a:lnTo>
                <a:cubicBezTo>
                  <a:pt x="7541" y="150"/>
                  <a:pt x="8435" y="49"/>
                  <a:pt x="9236" y="483"/>
                </a:cubicBezTo>
                <a:cubicBezTo>
                  <a:pt x="9615" y="688"/>
                  <a:pt x="9920" y="986"/>
                  <a:pt x="10096" y="1322"/>
                </a:cubicBezTo>
                <a:cubicBezTo>
                  <a:pt x="10297" y="1706"/>
                  <a:pt x="10311" y="2115"/>
                  <a:pt x="10134" y="2442"/>
                </a:cubicBezTo>
                <a:lnTo>
                  <a:pt x="9734" y="3181"/>
                </a:lnTo>
                <a:cubicBezTo>
                  <a:pt x="9836" y="3426"/>
                  <a:pt x="10161" y="3937"/>
                  <a:pt x="10341" y="4111"/>
                </a:cubicBezTo>
                <a:lnTo>
                  <a:pt x="11057" y="4094"/>
                </a:lnTo>
                <a:lnTo>
                  <a:pt x="11077" y="4095"/>
                </a:lnTo>
                <a:cubicBezTo>
                  <a:pt x="11760" y="4143"/>
                  <a:pt x="12295" y="4867"/>
                  <a:pt x="12320" y="5778"/>
                </a:cubicBezTo>
                <a:cubicBezTo>
                  <a:pt x="12331" y="6209"/>
                  <a:pt x="12226" y="6622"/>
                  <a:pt x="12023" y="6942"/>
                </a:cubicBezTo>
                <a:cubicBezTo>
                  <a:pt x="11791" y="7309"/>
                  <a:pt x="11444" y="7525"/>
                  <a:pt x="11072" y="7535"/>
                </a:cubicBezTo>
                <a:lnTo>
                  <a:pt x="10164" y="7560"/>
                </a:lnTo>
                <a:cubicBezTo>
                  <a:pt x="10010" y="7786"/>
                  <a:pt x="9766" y="8303"/>
                  <a:pt x="9720" y="8532"/>
                </a:cubicBezTo>
                <a:lnTo>
                  <a:pt x="10075" y="9110"/>
                </a:lnTo>
                <a:cubicBezTo>
                  <a:pt x="10430" y="9737"/>
                  <a:pt x="10076" y="10604"/>
                  <a:pt x="9275" y="11096"/>
                </a:cubicBezTo>
                <a:cubicBezTo>
                  <a:pt x="8918" y="11316"/>
                  <a:pt x="8537" y="11424"/>
                  <a:pt x="8190" y="11424"/>
                </a:cubicBezTo>
                <a:close/>
                <a:moveTo>
                  <a:pt x="6384" y="9230"/>
                </a:moveTo>
                <a:cubicBezTo>
                  <a:pt x="6686" y="9230"/>
                  <a:pt x="6951" y="9262"/>
                  <a:pt x="7073" y="9324"/>
                </a:cubicBezTo>
                <a:lnTo>
                  <a:pt x="7179" y="9377"/>
                </a:lnTo>
                <a:lnTo>
                  <a:pt x="7842" y="10457"/>
                </a:lnTo>
                <a:cubicBezTo>
                  <a:pt x="7940" y="10617"/>
                  <a:pt x="8378" y="10669"/>
                  <a:pt x="8839" y="10385"/>
                </a:cubicBezTo>
                <a:cubicBezTo>
                  <a:pt x="9298" y="10103"/>
                  <a:pt x="9450" y="9699"/>
                  <a:pt x="9356" y="9534"/>
                </a:cubicBezTo>
                <a:lnTo>
                  <a:pt x="8907" y="8801"/>
                </a:lnTo>
                <a:lnTo>
                  <a:pt x="8892" y="8729"/>
                </a:lnTo>
                <a:cubicBezTo>
                  <a:pt x="8791" y="8238"/>
                  <a:pt x="9429" y="6997"/>
                  <a:pt x="9752" y="6794"/>
                </a:cubicBezTo>
                <a:lnTo>
                  <a:pt x="9849" y="6733"/>
                </a:lnTo>
                <a:lnTo>
                  <a:pt x="11050" y="6700"/>
                </a:lnTo>
                <a:cubicBezTo>
                  <a:pt x="11177" y="6696"/>
                  <a:pt x="11280" y="6555"/>
                  <a:pt x="11319" y="6495"/>
                </a:cubicBezTo>
                <a:cubicBezTo>
                  <a:pt x="11432" y="6316"/>
                  <a:pt x="11493" y="6063"/>
                  <a:pt x="11486" y="5801"/>
                </a:cubicBezTo>
                <a:cubicBezTo>
                  <a:pt x="11472" y="5291"/>
                  <a:pt x="11217" y="4957"/>
                  <a:pt x="11033" y="4929"/>
                </a:cubicBezTo>
                <a:lnTo>
                  <a:pt x="10148" y="4950"/>
                </a:lnTo>
                <a:lnTo>
                  <a:pt x="10073" y="4922"/>
                </a:lnTo>
                <a:cubicBezTo>
                  <a:pt x="9625" y="4757"/>
                  <a:pt x="8861" y="3531"/>
                  <a:pt x="8873" y="3111"/>
                </a:cubicBezTo>
                <a:lnTo>
                  <a:pt x="8876" y="3012"/>
                </a:lnTo>
                <a:lnTo>
                  <a:pt x="9400" y="2044"/>
                </a:lnTo>
                <a:cubicBezTo>
                  <a:pt x="9461" y="1932"/>
                  <a:pt x="9390" y="1772"/>
                  <a:pt x="9357" y="1708"/>
                </a:cubicBezTo>
                <a:cubicBezTo>
                  <a:pt x="9259" y="1521"/>
                  <a:pt x="9070" y="1341"/>
                  <a:pt x="8840" y="1216"/>
                </a:cubicBezTo>
                <a:lnTo>
                  <a:pt x="8840" y="1216"/>
                </a:lnTo>
                <a:cubicBezTo>
                  <a:pt x="8392" y="974"/>
                  <a:pt x="7975" y="1028"/>
                  <a:pt x="7858" y="1173"/>
                </a:cubicBezTo>
                <a:lnTo>
                  <a:pt x="7386" y="2039"/>
                </a:lnTo>
                <a:lnTo>
                  <a:pt x="7305" y="2095"/>
                </a:lnTo>
                <a:cubicBezTo>
                  <a:pt x="6936" y="2352"/>
                  <a:pt x="5539" y="2353"/>
                  <a:pt x="5170" y="2097"/>
                </a:cubicBezTo>
                <a:lnTo>
                  <a:pt x="5097" y="2047"/>
                </a:lnTo>
                <a:lnTo>
                  <a:pt x="4543" y="1145"/>
                </a:lnTo>
                <a:cubicBezTo>
                  <a:pt x="4444" y="985"/>
                  <a:pt x="4007" y="933"/>
                  <a:pt x="3546" y="1217"/>
                </a:cubicBezTo>
                <a:cubicBezTo>
                  <a:pt x="3085" y="1500"/>
                  <a:pt x="2933" y="1913"/>
                  <a:pt x="3032" y="2074"/>
                </a:cubicBezTo>
                <a:lnTo>
                  <a:pt x="3582" y="2969"/>
                </a:lnTo>
                <a:lnTo>
                  <a:pt x="3586" y="3079"/>
                </a:lnTo>
                <a:cubicBezTo>
                  <a:pt x="3601" y="3496"/>
                  <a:pt x="2925" y="4641"/>
                  <a:pt x="2553" y="4829"/>
                </a:cubicBezTo>
                <a:lnTo>
                  <a:pt x="2470" y="4870"/>
                </a:lnTo>
                <a:lnTo>
                  <a:pt x="1335" y="4902"/>
                </a:lnTo>
                <a:cubicBezTo>
                  <a:pt x="909" y="4941"/>
                  <a:pt x="885" y="5569"/>
                  <a:pt x="910" y="5940"/>
                </a:cubicBezTo>
                <a:cubicBezTo>
                  <a:pt x="937" y="6406"/>
                  <a:pt x="1199" y="6675"/>
                  <a:pt x="1379" y="6675"/>
                </a:cubicBezTo>
                <a:lnTo>
                  <a:pt x="1384" y="6675"/>
                </a:lnTo>
                <a:lnTo>
                  <a:pt x="2448" y="6646"/>
                </a:lnTo>
                <a:lnTo>
                  <a:pt x="2542" y="6693"/>
                </a:lnTo>
                <a:cubicBezTo>
                  <a:pt x="2930" y="6889"/>
                  <a:pt x="3569" y="7981"/>
                  <a:pt x="3574" y="8358"/>
                </a:cubicBezTo>
                <a:lnTo>
                  <a:pt x="3575" y="8467"/>
                </a:lnTo>
                <a:lnTo>
                  <a:pt x="2961" y="9597"/>
                </a:lnTo>
                <a:cubicBezTo>
                  <a:pt x="2881" y="9711"/>
                  <a:pt x="2898" y="9772"/>
                  <a:pt x="2905" y="9802"/>
                </a:cubicBezTo>
                <a:cubicBezTo>
                  <a:pt x="2947" y="9956"/>
                  <a:pt x="3189" y="10213"/>
                  <a:pt x="3745" y="10474"/>
                </a:cubicBezTo>
                <a:cubicBezTo>
                  <a:pt x="4128" y="10658"/>
                  <a:pt x="4463" y="10553"/>
                  <a:pt x="4545" y="10402"/>
                </a:cubicBezTo>
                <a:lnTo>
                  <a:pt x="5007" y="9548"/>
                </a:lnTo>
                <a:lnTo>
                  <a:pt x="5077" y="9494"/>
                </a:lnTo>
                <a:cubicBezTo>
                  <a:pt x="5309" y="9315"/>
                  <a:pt x="5895" y="9230"/>
                  <a:pt x="6384" y="9230"/>
                </a:cubicBezTo>
                <a:close/>
                <a:moveTo>
                  <a:pt x="6161" y="7996"/>
                </a:moveTo>
                <a:cubicBezTo>
                  <a:pt x="4961" y="7996"/>
                  <a:pt x="3985" y="7019"/>
                  <a:pt x="3985" y="5819"/>
                </a:cubicBezTo>
                <a:cubicBezTo>
                  <a:pt x="3985" y="4620"/>
                  <a:pt x="4961" y="3643"/>
                  <a:pt x="6161" y="3643"/>
                </a:cubicBezTo>
                <a:cubicBezTo>
                  <a:pt x="7361" y="3643"/>
                  <a:pt x="8338" y="4619"/>
                  <a:pt x="8338" y="5819"/>
                </a:cubicBezTo>
                <a:cubicBezTo>
                  <a:pt x="8338" y="7020"/>
                  <a:pt x="7361" y="7996"/>
                  <a:pt x="6161" y="7996"/>
                </a:cubicBezTo>
                <a:close/>
                <a:moveTo>
                  <a:pt x="6161" y="4478"/>
                </a:moveTo>
                <a:cubicBezTo>
                  <a:pt x="5422" y="4478"/>
                  <a:pt x="4820" y="5080"/>
                  <a:pt x="4820" y="5819"/>
                </a:cubicBezTo>
                <a:cubicBezTo>
                  <a:pt x="4820" y="6559"/>
                  <a:pt x="5422" y="7161"/>
                  <a:pt x="6161" y="7161"/>
                </a:cubicBezTo>
                <a:cubicBezTo>
                  <a:pt x="6901" y="7161"/>
                  <a:pt x="7503" y="6559"/>
                  <a:pt x="7503" y="5819"/>
                </a:cubicBezTo>
                <a:cubicBezTo>
                  <a:pt x="7503" y="5079"/>
                  <a:pt x="6901" y="4478"/>
                  <a:pt x="6161" y="447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cs typeface="Manrope SemiBold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672205" y="604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altLang="en-US"/>
          </a:p>
        </p:txBody>
      </p:sp>
      <p:sp>
        <p:nvSpPr>
          <p:cNvPr id="27" name="矩形 29"/>
          <p:cNvSpPr/>
          <p:nvPr/>
        </p:nvSpPr>
        <p:spPr>
          <a:xfrm>
            <a:off x="1277620" y="953135"/>
            <a:ext cx="98571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приложения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будет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простым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интуитивно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понятным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чтобы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отвлекать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главной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цели</a:t>
            </a:r>
            <a:r>
              <a:rPr lang="en-US" altLang="ru-RU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altLang="en-US" sz="14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продуктивности</a:t>
            </a:r>
            <a:endParaRPr lang="en-US" altLang="ru-RU" sz="1400" dirty="0">
              <a:solidFill>
                <a:srgbClr val="F06A8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组合 25"/>
          <p:cNvGrpSpPr/>
          <p:nvPr/>
        </p:nvGrpSpPr>
        <p:grpSpPr>
          <a:xfrm>
            <a:off x="9626011" y="1688938"/>
            <a:ext cx="1710024" cy="3499010"/>
            <a:chOff x="4757477" y="2190535"/>
            <a:chExt cx="1790700" cy="3664088"/>
          </a:xfrm>
        </p:grpSpPr>
        <p:pic>
          <p:nvPicPr>
            <p:cNvPr id="31" name="图形 2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57477" y="3368598"/>
              <a:ext cx="1790700" cy="2486025"/>
            </a:xfrm>
            <a:prstGeom prst="rect">
              <a:avLst/>
            </a:prstGeom>
          </p:spPr>
        </p:pic>
        <p:pic>
          <p:nvPicPr>
            <p:cNvPr id="32" name="图形 24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990569" y="2190535"/>
              <a:ext cx="1434693" cy="1906374"/>
            </a:xfrm>
            <a:prstGeom prst="rect">
              <a:avLst/>
            </a:prstGeom>
          </p:spPr>
        </p:pic>
      </p:grpSp>
      <p:sp>
        <p:nvSpPr>
          <p:cNvPr id="33" name="Freeform: Shape 24"/>
          <p:cNvSpPr/>
          <p:nvPr>
            <p:custDataLst>
              <p:tags r:id="rId10"/>
            </p:custDataLst>
          </p:nvPr>
        </p:nvSpPr>
        <p:spPr>
          <a:xfrm>
            <a:off x="5857538" y="4788510"/>
            <a:ext cx="315638" cy="334252"/>
          </a:xfrm>
          <a:custGeom>
            <a:avLst/>
            <a:gdLst>
              <a:gd name="T0" fmla="*/ 7776 w 10880"/>
              <a:gd name="T1" fmla="*/ 9792 h 11520"/>
              <a:gd name="T2" fmla="*/ 7232 w 10880"/>
              <a:gd name="T3" fmla="*/ 8800 h 11520"/>
              <a:gd name="T4" fmla="*/ 8000 w 10880"/>
              <a:gd name="T5" fmla="*/ 9120 h 11520"/>
              <a:gd name="T6" fmla="*/ 9408 w 10880"/>
              <a:gd name="T7" fmla="*/ 8160 h 11520"/>
              <a:gd name="T8" fmla="*/ 8224 w 10880"/>
              <a:gd name="T9" fmla="*/ 9792 h 11520"/>
              <a:gd name="T10" fmla="*/ 8000 w 10880"/>
              <a:gd name="T11" fmla="*/ 4480 h 11520"/>
              <a:gd name="T12" fmla="*/ 1920 w 10880"/>
              <a:gd name="T13" fmla="*/ 4800 h 11520"/>
              <a:gd name="T14" fmla="*/ 8000 w 10880"/>
              <a:gd name="T15" fmla="*/ 5120 h 11520"/>
              <a:gd name="T16" fmla="*/ 8000 w 10880"/>
              <a:gd name="T17" fmla="*/ 4480 h 11520"/>
              <a:gd name="T18" fmla="*/ 2240 w 10880"/>
              <a:gd name="T19" fmla="*/ 6400 h 11520"/>
              <a:gd name="T20" fmla="*/ 2240 w 10880"/>
              <a:gd name="T21" fmla="*/ 7040 h 11520"/>
              <a:gd name="T22" fmla="*/ 4480 w 10880"/>
              <a:gd name="T23" fmla="*/ 6720 h 11520"/>
              <a:gd name="T24" fmla="*/ 4160 w 10880"/>
              <a:gd name="T25" fmla="*/ 8320 h 11520"/>
              <a:gd name="T26" fmla="*/ 1920 w 10880"/>
              <a:gd name="T27" fmla="*/ 8640 h 11520"/>
              <a:gd name="T28" fmla="*/ 4160 w 10880"/>
              <a:gd name="T29" fmla="*/ 8960 h 11520"/>
              <a:gd name="T30" fmla="*/ 4160 w 10880"/>
              <a:gd name="T31" fmla="*/ 8320 h 11520"/>
              <a:gd name="T32" fmla="*/ 2240 w 10880"/>
              <a:gd name="T33" fmla="*/ 2560 h 11520"/>
              <a:gd name="T34" fmla="*/ 2240 w 10880"/>
              <a:gd name="T35" fmla="*/ 3200 h 11520"/>
              <a:gd name="T36" fmla="*/ 8320 w 10880"/>
              <a:gd name="T37" fmla="*/ 2880 h 11520"/>
              <a:gd name="T38" fmla="*/ 9920 w 10880"/>
              <a:gd name="T39" fmla="*/ 0 h 11520"/>
              <a:gd name="T40" fmla="*/ 0 w 10880"/>
              <a:gd name="T41" fmla="*/ 320 h 11520"/>
              <a:gd name="T42" fmla="*/ 320 w 10880"/>
              <a:gd name="T43" fmla="*/ 11520 h 11520"/>
              <a:gd name="T44" fmla="*/ 5440 w 10880"/>
              <a:gd name="T45" fmla="*/ 11200 h 11520"/>
              <a:gd name="T46" fmla="*/ 640 w 10880"/>
              <a:gd name="T47" fmla="*/ 10880 h 11520"/>
              <a:gd name="T48" fmla="*/ 9600 w 10880"/>
              <a:gd name="T49" fmla="*/ 640 h 11520"/>
              <a:gd name="T50" fmla="*/ 9920 w 10880"/>
              <a:gd name="T51" fmla="*/ 5760 h 11520"/>
              <a:gd name="T52" fmla="*/ 10240 w 10880"/>
              <a:gd name="T53" fmla="*/ 320 h 11520"/>
              <a:gd name="T54" fmla="*/ 8320 w 10880"/>
              <a:gd name="T55" fmla="*/ 7040 h 11520"/>
              <a:gd name="T56" fmla="*/ 8320 w 10880"/>
              <a:gd name="T57" fmla="*/ 10880 h 11520"/>
              <a:gd name="T58" fmla="*/ 8320 w 10880"/>
              <a:gd name="T59" fmla="*/ 7040 h 11520"/>
              <a:gd name="T60" fmla="*/ 5760 w 10880"/>
              <a:gd name="T61" fmla="*/ 8960 h 11520"/>
              <a:gd name="T62" fmla="*/ 10880 w 10880"/>
              <a:gd name="T63" fmla="*/ 8960 h 11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880" h="11520">
                <a:moveTo>
                  <a:pt x="8000" y="9888"/>
                </a:moveTo>
                <a:cubicBezTo>
                  <a:pt x="7904" y="9888"/>
                  <a:pt x="7840" y="9856"/>
                  <a:pt x="7776" y="9792"/>
                </a:cubicBezTo>
                <a:lnTo>
                  <a:pt x="7232" y="9248"/>
                </a:lnTo>
                <a:cubicBezTo>
                  <a:pt x="7104" y="9120"/>
                  <a:pt x="7104" y="8928"/>
                  <a:pt x="7232" y="8800"/>
                </a:cubicBezTo>
                <a:cubicBezTo>
                  <a:pt x="7360" y="8672"/>
                  <a:pt x="7552" y="8672"/>
                  <a:pt x="7680" y="8800"/>
                </a:cubicBezTo>
                <a:lnTo>
                  <a:pt x="8000" y="9120"/>
                </a:lnTo>
                <a:lnTo>
                  <a:pt x="8960" y="8160"/>
                </a:lnTo>
                <a:cubicBezTo>
                  <a:pt x="9088" y="8032"/>
                  <a:pt x="9280" y="8032"/>
                  <a:pt x="9408" y="8160"/>
                </a:cubicBezTo>
                <a:cubicBezTo>
                  <a:pt x="9536" y="8288"/>
                  <a:pt x="9536" y="8480"/>
                  <a:pt x="9408" y="8608"/>
                </a:cubicBezTo>
                <a:lnTo>
                  <a:pt x="8224" y="9792"/>
                </a:lnTo>
                <a:cubicBezTo>
                  <a:pt x="8160" y="9856"/>
                  <a:pt x="8096" y="9888"/>
                  <a:pt x="8000" y="9888"/>
                </a:cubicBezTo>
                <a:close/>
                <a:moveTo>
                  <a:pt x="8000" y="4480"/>
                </a:moveTo>
                <a:lnTo>
                  <a:pt x="2240" y="4480"/>
                </a:lnTo>
                <a:cubicBezTo>
                  <a:pt x="2080" y="4480"/>
                  <a:pt x="1920" y="4640"/>
                  <a:pt x="1920" y="4800"/>
                </a:cubicBezTo>
                <a:cubicBezTo>
                  <a:pt x="1920" y="4960"/>
                  <a:pt x="2080" y="5120"/>
                  <a:pt x="2240" y="5120"/>
                </a:cubicBezTo>
                <a:lnTo>
                  <a:pt x="8000" y="5120"/>
                </a:lnTo>
                <a:cubicBezTo>
                  <a:pt x="8160" y="5120"/>
                  <a:pt x="8320" y="4960"/>
                  <a:pt x="8320" y="4800"/>
                </a:cubicBezTo>
                <a:cubicBezTo>
                  <a:pt x="8320" y="4640"/>
                  <a:pt x="8160" y="4480"/>
                  <a:pt x="8000" y="4480"/>
                </a:cubicBezTo>
                <a:close/>
                <a:moveTo>
                  <a:pt x="4160" y="6400"/>
                </a:moveTo>
                <a:lnTo>
                  <a:pt x="2240" y="6400"/>
                </a:lnTo>
                <a:cubicBezTo>
                  <a:pt x="2080" y="6400"/>
                  <a:pt x="1920" y="6528"/>
                  <a:pt x="1920" y="6720"/>
                </a:cubicBezTo>
                <a:cubicBezTo>
                  <a:pt x="1920" y="6880"/>
                  <a:pt x="2080" y="7040"/>
                  <a:pt x="2240" y="7040"/>
                </a:cubicBezTo>
                <a:lnTo>
                  <a:pt x="4160" y="7040"/>
                </a:lnTo>
                <a:cubicBezTo>
                  <a:pt x="4352" y="7040"/>
                  <a:pt x="4480" y="6880"/>
                  <a:pt x="4480" y="6720"/>
                </a:cubicBezTo>
                <a:cubicBezTo>
                  <a:pt x="4480" y="6528"/>
                  <a:pt x="4352" y="6400"/>
                  <a:pt x="4160" y="6400"/>
                </a:cubicBezTo>
                <a:close/>
                <a:moveTo>
                  <a:pt x="4160" y="8320"/>
                </a:moveTo>
                <a:lnTo>
                  <a:pt x="2240" y="8320"/>
                </a:lnTo>
                <a:cubicBezTo>
                  <a:pt x="2080" y="8320"/>
                  <a:pt x="1920" y="8448"/>
                  <a:pt x="1920" y="8640"/>
                </a:cubicBezTo>
                <a:cubicBezTo>
                  <a:pt x="1920" y="8800"/>
                  <a:pt x="2080" y="8960"/>
                  <a:pt x="2240" y="8960"/>
                </a:cubicBezTo>
                <a:lnTo>
                  <a:pt x="4160" y="8960"/>
                </a:lnTo>
                <a:cubicBezTo>
                  <a:pt x="4320" y="8960"/>
                  <a:pt x="4480" y="8800"/>
                  <a:pt x="4480" y="8640"/>
                </a:cubicBezTo>
                <a:cubicBezTo>
                  <a:pt x="4480" y="8448"/>
                  <a:pt x="4320" y="8320"/>
                  <a:pt x="4160" y="8320"/>
                </a:cubicBezTo>
                <a:close/>
                <a:moveTo>
                  <a:pt x="8000" y="2560"/>
                </a:moveTo>
                <a:lnTo>
                  <a:pt x="2240" y="2560"/>
                </a:lnTo>
                <a:cubicBezTo>
                  <a:pt x="2080" y="2560"/>
                  <a:pt x="1920" y="2720"/>
                  <a:pt x="1920" y="2880"/>
                </a:cubicBezTo>
                <a:cubicBezTo>
                  <a:pt x="1920" y="3040"/>
                  <a:pt x="2080" y="3200"/>
                  <a:pt x="2240" y="3200"/>
                </a:cubicBezTo>
                <a:lnTo>
                  <a:pt x="8000" y="3200"/>
                </a:lnTo>
                <a:cubicBezTo>
                  <a:pt x="8160" y="3200"/>
                  <a:pt x="8320" y="3040"/>
                  <a:pt x="8320" y="2880"/>
                </a:cubicBezTo>
                <a:cubicBezTo>
                  <a:pt x="8320" y="2720"/>
                  <a:pt x="8160" y="2560"/>
                  <a:pt x="8000" y="2560"/>
                </a:cubicBezTo>
                <a:close/>
                <a:moveTo>
                  <a:pt x="9920" y="0"/>
                </a:moveTo>
                <a:lnTo>
                  <a:pt x="320" y="0"/>
                </a:lnTo>
                <a:cubicBezTo>
                  <a:pt x="160" y="0"/>
                  <a:pt x="0" y="160"/>
                  <a:pt x="0" y="320"/>
                </a:cubicBezTo>
                <a:lnTo>
                  <a:pt x="0" y="11200"/>
                </a:lnTo>
                <a:cubicBezTo>
                  <a:pt x="0" y="11360"/>
                  <a:pt x="160" y="11520"/>
                  <a:pt x="320" y="11520"/>
                </a:cubicBezTo>
                <a:lnTo>
                  <a:pt x="5120" y="11520"/>
                </a:lnTo>
                <a:cubicBezTo>
                  <a:pt x="5312" y="11520"/>
                  <a:pt x="5440" y="11392"/>
                  <a:pt x="5440" y="11200"/>
                </a:cubicBezTo>
                <a:cubicBezTo>
                  <a:pt x="5440" y="11008"/>
                  <a:pt x="5312" y="10880"/>
                  <a:pt x="5120" y="10880"/>
                </a:cubicBezTo>
                <a:lnTo>
                  <a:pt x="640" y="10880"/>
                </a:lnTo>
                <a:lnTo>
                  <a:pt x="640" y="640"/>
                </a:lnTo>
                <a:lnTo>
                  <a:pt x="9600" y="640"/>
                </a:lnTo>
                <a:lnTo>
                  <a:pt x="9600" y="5440"/>
                </a:lnTo>
                <a:cubicBezTo>
                  <a:pt x="9600" y="5632"/>
                  <a:pt x="9728" y="5760"/>
                  <a:pt x="9920" y="5760"/>
                </a:cubicBezTo>
                <a:cubicBezTo>
                  <a:pt x="10112" y="5760"/>
                  <a:pt x="10240" y="5632"/>
                  <a:pt x="10240" y="5440"/>
                </a:cubicBezTo>
                <a:lnTo>
                  <a:pt x="10240" y="320"/>
                </a:lnTo>
                <a:cubicBezTo>
                  <a:pt x="10240" y="160"/>
                  <a:pt x="10080" y="0"/>
                  <a:pt x="9920" y="0"/>
                </a:cubicBezTo>
                <a:close/>
                <a:moveTo>
                  <a:pt x="8320" y="7040"/>
                </a:moveTo>
                <a:cubicBezTo>
                  <a:pt x="9376" y="7040"/>
                  <a:pt x="10240" y="7904"/>
                  <a:pt x="10240" y="8960"/>
                </a:cubicBezTo>
                <a:cubicBezTo>
                  <a:pt x="10240" y="10016"/>
                  <a:pt x="9376" y="10880"/>
                  <a:pt x="8320" y="10880"/>
                </a:cubicBezTo>
                <a:cubicBezTo>
                  <a:pt x="7264" y="10880"/>
                  <a:pt x="6400" y="10016"/>
                  <a:pt x="6400" y="8960"/>
                </a:cubicBezTo>
                <a:cubicBezTo>
                  <a:pt x="6400" y="7904"/>
                  <a:pt x="7264" y="7040"/>
                  <a:pt x="8320" y="7040"/>
                </a:cubicBezTo>
                <a:close/>
                <a:moveTo>
                  <a:pt x="8320" y="6400"/>
                </a:moveTo>
                <a:cubicBezTo>
                  <a:pt x="6912" y="6400"/>
                  <a:pt x="5760" y="7552"/>
                  <a:pt x="5760" y="8960"/>
                </a:cubicBezTo>
                <a:cubicBezTo>
                  <a:pt x="5760" y="10368"/>
                  <a:pt x="6912" y="11520"/>
                  <a:pt x="8320" y="11520"/>
                </a:cubicBezTo>
                <a:cubicBezTo>
                  <a:pt x="9728" y="11520"/>
                  <a:pt x="10880" y="10368"/>
                  <a:pt x="10880" y="8960"/>
                </a:cubicBezTo>
                <a:cubicBezTo>
                  <a:pt x="10880" y="7552"/>
                  <a:pt x="9728" y="6400"/>
                  <a:pt x="8320" y="64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cs typeface="Manrope SemiBold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661795" y="450215"/>
            <a:ext cx="962723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sz="3600" dirty="0">
                <a:solidFill>
                  <a:srgbClr val="F06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 для дальнейшего распределения</a:t>
            </a:r>
          </a:p>
        </p:txBody>
      </p:sp>
      <p:sp>
        <p:nvSpPr>
          <p:cNvPr id="10" name="Circle: Hollow 15"/>
          <p:cNvSpPr/>
          <p:nvPr/>
        </p:nvSpPr>
        <p:spPr>
          <a:xfrm>
            <a:off x="1034415" y="1660525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11" name="TextBox 45"/>
          <p:cNvSpPr txBox="1"/>
          <p:nvPr/>
        </p:nvSpPr>
        <p:spPr>
          <a:xfrm>
            <a:off x="1918969" y="1596428"/>
            <a:ext cx="8316411" cy="4648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Создание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схем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БД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модели</a:t>
            </a: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7184" y="3266864"/>
            <a:ext cx="1584633" cy="3214541"/>
          </a:xfrm>
          <a:prstGeom prst="rect">
            <a:avLst/>
          </a:prstGeom>
        </p:spPr>
      </p:pic>
      <p:sp>
        <p:nvSpPr>
          <p:cNvPr id="35" name="Circle: Hollow 15"/>
          <p:cNvSpPr/>
          <p:nvPr/>
        </p:nvSpPr>
        <p:spPr>
          <a:xfrm>
            <a:off x="1034415" y="2245360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36" name="TextBox 45"/>
          <p:cNvSpPr txBox="1"/>
          <p:nvPr/>
        </p:nvSpPr>
        <p:spPr>
          <a:xfrm>
            <a:off x="1918969" y="2069503"/>
            <a:ext cx="8316411" cy="4648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Разработка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авторизации</a:t>
            </a:r>
          </a:p>
        </p:txBody>
      </p:sp>
      <p:sp>
        <p:nvSpPr>
          <p:cNvPr id="37" name="Circle: Hollow 15"/>
          <p:cNvSpPr/>
          <p:nvPr/>
        </p:nvSpPr>
        <p:spPr>
          <a:xfrm>
            <a:off x="1034415" y="2830195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38" name="TextBox 45"/>
          <p:cNvSpPr txBox="1"/>
          <p:nvPr/>
        </p:nvSpPr>
        <p:spPr>
          <a:xfrm>
            <a:off x="1918969" y="2506258"/>
            <a:ext cx="8316411" cy="8803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Разработка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методик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Pomidoro,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"90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30",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матрица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Эйзенхауэра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съешь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лягушку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другие</a:t>
            </a:r>
          </a:p>
        </p:txBody>
      </p:sp>
      <p:sp>
        <p:nvSpPr>
          <p:cNvPr id="40" name="Circle: Hollow 15"/>
          <p:cNvSpPr/>
          <p:nvPr/>
        </p:nvSpPr>
        <p:spPr>
          <a:xfrm>
            <a:off x="1034415" y="3415030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41" name="TextBox 45"/>
          <p:cNvSpPr txBox="1"/>
          <p:nvPr/>
        </p:nvSpPr>
        <p:spPr>
          <a:xfrm>
            <a:off x="1918969" y="3263813"/>
            <a:ext cx="8316411" cy="8803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втоматизаци</a:t>
            </a:r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создания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отчётности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статистики</a:t>
            </a:r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отправки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уведомлений</a:t>
            </a:r>
          </a:p>
        </p:txBody>
      </p:sp>
      <p:sp>
        <p:nvSpPr>
          <p:cNvPr id="42" name="Circle: Hollow 15"/>
          <p:cNvSpPr/>
          <p:nvPr/>
        </p:nvSpPr>
        <p:spPr>
          <a:xfrm>
            <a:off x="1034415" y="3999865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44" name="Circle: Hollow 15"/>
          <p:cNvSpPr/>
          <p:nvPr/>
        </p:nvSpPr>
        <p:spPr>
          <a:xfrm>
            <a:off x="1034415" y="4584700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918969" y="4095767"/>
            <a:ext cx="8316411" cy="4648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Расчёт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системы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начисления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очков</a:t>
            </a:r>
          </a:p>
        </p:txBody>
      </p:sp>
      <p:sp>
        <p:nvSpPr>
          <p:cNvPr id="46" name="Circle: Hollow 15"/>
          <p:cNvSpPr/>
          <p:nvPr/>
        </p:nvSpPr>
        <p:spPr>
          <a:xfrm>
            <a:off x="1034415" y="5169535"/>
            <a:ext cx="455295" cy="455295"/>
          </a:xfrm>
          <a:prstGeom prst="donut">
            <a:avLst>
              <a:gd name="adj" fmla="val 17623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Manrope SemiBold" charset="0"/>
              <a:ea typeface="Manrope SemiBold" charset="0"/>
              <a:cs typeface="MuseoModerno Black" pitchFamily="2" charset="0"/>
            </a:endParaRPr>
          </a:p>
        </p:txBody>
      </p:sp>
      <p:sp>
        <p:nvSpPr>
          <p:cNvPr id="47" name="TextBox 45"/>
          <p:cNvSpPr txBox="1"/>
          <p:nvPr/>
        </p:nvSpPr>
        <p:spPr>
          <a:xfrm>
            <a:off x="1918969" y="4916718"/>
            <a:ext cx="8316411" cy="8803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Создание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макета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интерфейса</a:t>
            </a:r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, п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одбор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музыкального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сопровождения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ru-RU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, ф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ронтенд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-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разработка</a:t>
            </a:r>
          </a:p>
        </p:txBody>
      </p:sp>
      <p:sp>
        <p:nvSpPr>
          <p:cNvPr id="48" name="TextBox 45"/>
          <p:cNvSpPr txBox="1"/>
          <p:nvPr/>
        </p:nvSpPr>
        <p:spPr>
          <a:xfrm>
            <a:off x="1918969" y="4513597"/>
            <a:ext cx="8316411" cy="4648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Разработка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заглушек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en-US" alt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контроллеров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6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4042" y="244549"/>
            <a:ext cx="11663916" cy="6368902"/>
          </a:xfrm>
          <a:prstGeom prst="rect">
            <a:avLst/>
          </a:prstGeom>
          <a:solidFill>
            <a:srgbClr val="FE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anrope SemiBold" charset="0"/>
            </a:endParaRPr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81033" y="4601090"/>
            <a:ext cx="561975" cy="1514475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6042025" y="1934210"/>
            <a:ext cx="5915660" cy="1243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ru-RU" altLang="zh-CN" sz="8000" dirty="0">
                <a:solidFill>
                  <a:srgbClr val="F06A8A"/>
                </a:solidFill>
                <a:latin typeface="Franklin Gothic Demi" panose="020B0703020102020204" pitchFamily="34" charset="0"/>
                <a:cs typeface="Manrope SemiBold" charset="0"/>
              </a:rPr>
              <a:t>Спасибо</a:t>
            </a:r>
          </a:p>
        </p:txBody>
      </p:sp>
      <p:sp>
        <p:nvSpPr>
          <p:cNvPr id="38" name="矩形 37"/>
          <p:cNvSpPr/>
          <p:nvPr/>
        </p:nvSpPr>
        <p:spPr>
          <a:xfrm>
            <a:off x="6105525" y="3035300"/>
            <a:ext cx="5915660" cy="9544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ru-RU" altLang="zh-CN" sz="6000" dirty="0">
                <a:solidFill>
                  <a:srgbClr val="F06A8A"/>
                </a:solidFill>
                <a:latin typeface="Franklin Gothic Demi" panose="020B0703020102020204" pitchFamily="34" charset="0"/>
                <a:cs typeface="Manrope SemiBold" charset="0"/>
              </a:rPr>
              <a:t>за внимание</a:t>
            </a:r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41635" y="494030"/>
            <a:ext cx="962660" cy="822960"/>
          </a:xfrm>
          <a:prstGeom prst="rect">
            <a:avLst/>
          </a:prstGeom>
        </p:spPr>
      </p:pic>
      <p:pic>
        <p:nvPicPr>
          <p:cNvPr id="4" name="Изображение 3" descr="Без названия47_20250922212503"/>
          <p:cNvPicPr>
            <a:picLocks noChangeAspect="1"/>
          </p:cNvPicPr>
          <p:nvPr/>
        </p:nvPicPr>
        <p:blipFill>
          <a:blip r:embed="rId10">
            <a:alphaModFix amt="85000"/>
            <a:lum contrast="6000"/>
          </a:blip>
          <a:stretch>
            <a:fillRect/>
          </a:stretch>
        </p:blipFill>
        <p:spPr>
          <a:xfrm>
            <a:off x="1425575" y="1184910"/>
            <a:ext cx="4472326" cy="4399813"/>
          </a:xfrm>
          <a:prstGeom prst="rect">
            <a:avLst/>
          </a:prstGeom>
          <a:effectLst>
            <a:softEdge rad="127000"/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916002f-308d-41f4-90ec-500c3eff68a2"/>
  <p:tag name="COMMONDATA" val="eyJoZGlkIjoiODliZWY4OTY0MGRkODE3MzUwYWNjNzJlOTZjZjEzO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801996606497,&quot;left&quot;:75.4,&quot;top&quot;:66.16886838328037,&quot;width&quot;:942.187497194648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04.217716535433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6411811023622,&quot;left&quot;:77.9040157480315,&quot;top&quot;:146.94692913385828,&quot;width&quot;:810.717716535433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#136401;#405201;#101161;#369693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2.18486700435466,&quot;left&quot;:96.66651094840122,&quot;top&quot;:148.55930622399177,&quot;width&quot;:766.66705684335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,&quot;left&quot;:519.2,&quot;top&quot;:124.6,&quot;width&quot;:381.5692125984249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,&quot;left&quot;:519.2,&quot;top&quot;:124.6,&quot;width&quot;:381.5692125984249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8,&quot;left&quot;:519.2,&quot;top&quot;:124.6,&quot;width&quot;:381.5692125984249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847716535433,&quot;left&quot;:542.5494488188976,&quot;top&quot;:127.40259842519686,&quot;width&quot;:358.2197637795273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0672;"/>
</p:tagLst>
</file>

<file path=ppt/theme/theme1.xml><?xml version="1.0" encoding="utf-8"?>
<a:theme xmlns:a="http://schemas.openxmlformats.org/drawingml/2006/main" name="Office 主题​​">
  <a:themeElements>
    <a:clrScheme name="自定义 21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06A8A"/>
      </a:accent1>
      <a:accent2>
        <a:srgbClr val="615DAA"/>
      </a:accent2>
      <a:accent3>
        <a:srgbClr val="F06A8A"/>
      </a:accent3>
      <a:accent4>
        <a:srgbClr val="615DAA"/>
      </a:accent4>
      <a:accent5>
        <a:srgbClr val="F06A8A"/>
      </a:accent5>
      <a:accent6>
        <a:srgbClr val="615DAA"/>
      </a:accent6>
      <a:hlink>
        <a:srgbClr val="0563C1"/>
      </a:hlink>
      <a:folHlink>
        <a:srgbClr val="954F72"/>
      </a:folHlink>
    </a:clrScheme>
    <a:fontScheme name="自定义 27">
      <a:majorFont>
        <a:latin typeface="MuseoModerno Black"/>
        <a:ea typeface="MuseoModerno Black"/>
        <a:cs typeface=""/>
      </a:majorFont>
      <a:minorFont>
        <a:latin typeface="Manrope SemiBold"/>
        <a:ea typeface="Manrope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游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 SemiBold"/>
        <a:ea typeface=""/>
        <a:cs typeface=""/>
        <a:font script="Jpan" typeface="ＭＳ Ｐゴシック"/>
        <a:font script="Hang" typeface="맑은 고딕"/>
        <a:font script="Hans" typeface="Manrope SemiBold"/>
        <a:font script="Hant" typeface="新細明體"/>
        <a:font script="Arab" typeface="Manrope SemiBold"/>
        <a:font script="Hebr" typeface="Manrope Semi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anrope Semi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553</Words>
  <Application>Microsoft Office PowerPoint</Application>
  <PresentationFormat>Широкоэкранный</PresentationFormat>
  <Paragraphs>64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Manrope SemiBold</vt:lpstr>
      <vt:lpstr>Franklin Gothic Demi</vt:lpstr>
      <vt:lpstr>Ebrima</vt:lpstr>
      <vt:lpstr>Arial</vt:lpstr>
      <vt:lpstr>Calibri</vt:lpstr>
      <vt:lpstr>MuseoModerno Black</vt:lpstr>
      <vt:lpstr>Office 主题​​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Софья Егорова</cp:lastModifiedBy>
  <cp:revision>59</cp:revision>
  <dcterms:created xsi:type="dcterms:W3CDTF">2023-04-11T15:09:00Z</dcterms:created>
  <dcterms:modified xsi:type="dcterms:W3CDTF">2025-09-22T18:42:13Z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75EB3696F6F74061B66FA2B43FEEE18D_11</vt:lpwstr>
  </property>
  <property fmtid="{D5CDD505-2E9C-101B-9397-08002B2CF9AE}" pid="3" name="KSOProductBuildVer">
    <vt:lpwstr>1049-12.2.0.22549</vt:lpwstr>
  </property>
</Properties>
</file>